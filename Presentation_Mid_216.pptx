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54" r:id="rId3"/>
  </p:sldMasterIdLst>
  <p:handoutMasterIdLst>
    <p:handoutMasterId r:id="rId22"/>
  </p:handoutMasterIdLst>
  <p:sldIdLst>
    <p:sldId id="299" r:id="rId4"/>
    <p:sldId id="285" r:id="rId5"/>
    <p:sldId id="292" r:id="rId6"/>
    <p:sldId id="302" r:id="rId7"/>
    <p:sldId id="303" r:id="rId8"/>
    <p:sldId id="266" r:id="rId9"/>
    <p:sldId id="270" r:id="rId10"/>
    <p:sldId id="258" r:id="rId11"/>
    <p:sldId id="306" r:id="rId12"/>
    <p:sldId id="272" r:id="rId13"/>
    <p:sldId id="271" r:id="rId14"/>
    <p:sldId id="267" r:id="rId15"/>
    <p:sldId id="262" r:id="rId16"/>
    <p:sldId id="308" r:id="rId17"/>
    <p:sldId id="289" r:id="rId18"/>
    <p:sldId id="287" r:id="rId19"/>
    <p:sldId id="307" r:id="rId20"/>
    <p:sldId id="273" r:id="rId21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7DE1"/>
    <a:srgbClr val="F07624"/>
    <a:srgbClr val="F4BD2D"/>
    <a:srgbClr val="1ED4DE"/>
    <a:srgbClr val="E629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77" autoAdjust="0"/>
    <p:restoredTop sz="94660"/>
  </p:normalViewPr>
  <p:slideViewPr>
    <p:cSldViewPr showGuides="1">
      <p:cViewPr varScale="1">
        <p:scale>
          <a:sx n="110" d="100"/>
          <a:sy n="110" d="100"/>
        </p:scale>
        <p:origin x="706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83" d="100"/>
          <a:sy n="83" d="100"/>
        </p:scale>
        <p:origin x="5850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6515455420878415E-2"/>
          <c:y val="2.8166071099168931E-2"/>
          <c:w val="0.89529531015629416"/>
          <c:h val="0.95162544490714984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Text</c:v>
                </c:pt>
              </c:strCache>
            </c:strRef>
          </c:tx>
          <c:dPt>
            <c:idx val="0"/>
            <c:bubble3D val="0"/>
            <c:spPr>
              <a:solidFill>
                <a:schemeClr val="accent3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E26C-4A12-BF1D-516581F81131}"/>
              </c:ext>
            </c:extLst>
          </c:dPt>
          <c:dPt>
            <c:idx val="1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E26C-4A12-BF1D-516581F81131}"/>
              </c:ext>
            </c:extLst>
          </c:dPt>
          <c:dPt>
            <c:idx val="2"/>
            <c:bubble3D val="0"/>
            <c:spPr>
              <a:solidFill>
                <a:schemeClr val="accent5"/>
              </a:solidFill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6-E26C-4A12-BF1D-516581F81131}"/>
              </c:ext>
            </c:extLst>
          </c:dPt>
          <c:dPt>
            <c:idx val="3"/>
            <c:bubble3D val="0"/>
            <c:spPr>
              <a:noFill/>
              <a:ln w="19050">
                <a:noFill/>
              </a:ln>
              <a:effectLst/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E26C-4A12-BF1D-516581F81131}"/>
              </c:ext>
            </c:extLst>
          </c:dPt>
          <c:cat>
            <c:numRef>
              <c:f>Sheet1!$A$2:$A$5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4-E26C-4A12-BF1D-516581F811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 xmlns:c16r2="http://schemas.microsoft.com/office/drawing/2015/06/chart"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52B2B-0BBC-4845-BD5C-6186374697E3}" type="datetimeFigureOut">
              <a:rPr lang="ko-KR" altLang="en-US" smtClean="0"/>
              <a:t>2025-07-13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2153E3-D943-4A51-8AD5-41FA50EBC5B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958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/>
          <p:cNvSpPr>
            <a:spLocks noGrp="1"/>
          </p:cNvSpPr>
          <p:nvPr>
            <p:ph type="title" hasCustomPrompt="1"/>
          </p:nvPr>
        </p:nvSpPr>
        <p:spPr>
          <a:xfrm>
            <a:off x="0" y="627534"/>
            <a:ext cx="9144000" cy="533308"/>
          </a:xfrm>
          <a:prstGeom prst="rect">
            <a:avLst/>
          </a:prstGeom>
        </p:spPr>
        <p:txBody>
          <a:bodyPr anchor="ctr"/>
          <a:lstStyle>
            <a:lvl1pPr>
              <a:buFontTx/>
              <a:buNone/>
              <a:def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ko-KR" alt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="" xmlns:a16="http://schemas.microsoft.com/office/drawing/2014/main" id="{B3F0AB86-7940-4230-BC06-4EF20DC49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1203598"/>
            <a:ext cx="9143999" cy="432000"/>
          </a:xfrm>
          <a:prstGeom prst="rect">
            <a:avLst/>
          </a:prstGeom>
        </p:spPr>
        <p:txBody>
          <a:bodyPr lIns="108000" anchor="ctr"/>
          <a:lstStyle>
            <a:lvl1pPr marL="0" indent="0" algn="ctr">
              <a:buNone/>
              <a:defRPr sz="1200" b="1" baseline="0">
                <a:solidFill>
                  <a:schemeClr val="tx1"/>
                </a:solidFill>
                <a:effectLst/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</a:t>
            </a:r>
          </a:p>
          <a:p>
            <a:pPr lvl="0"/>
            <a:r>
              <a:rPr lang="en-US" altLang="ko-KR" dirty="0"/>
              <a:t>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0461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mond 10"/>
          <p:cNvSpPr/>
          <p:nvPr userDrawn="1"/>
        </p:nvSpPr>
        <p:spPr>
          <a:xfrm rot="10800000">
            <a:off x="3222000" y="3337155"/>
            <a:ext cx="2700000" cy="1806344"/>
          </a:xfrm>
          <a:custGeom>
            <a:avLst/>
            <a:gdLst/>
            <a:ahLst/>
            <a:cxnLst/>
            <a:rect l="l" t="t" r="r" b="b"/>
            <a:pathLst>
              <a:path w="2700000" h="1806344">
                <a:moveTo>
                  <a:pt x="456344" y="0"/>
                </a:moveTo>
                <a:lnTo>
                  <a:pt x="2243656" y="0"/>
                </a:lnTo>
                <a:lnTo>
                  <a:pt x="2700000" y="456344"/>
                </a:lnTo>
                <a:lnTo>
                  <a:pt x="1350000" y="1806344"/>
                </a:lnTo>
                <a:lnTo>
                  <a:pt x="0" y="45634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" name="Isosceles Triangle 4"/>
          <p:cNvSpPr/>
          <p:nvPr userDrawn="1"/>
        </p:nvSpPr>
        <p:spPr>
          <a:xfrm rot="10800000">
            <a:off x="3746892" y="0"/>
            <a:ext cx="1650216" cy="812260"/>
          </a:xfrm>
          <a:prstGeom prst="triangl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Isosceles Triangle 5"/>
          <p:cNvSpPr/>
          <p:nvPr userDrawn="1"/>
        </p:nvSpPr>
        <p:spPr>
          <a:xfrm rot="10800000">
            <a:off x="4041648" y="99959"/>
            <a:ext cx="1060704" cy="55436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8E48000A-B218-4CCF-8C0E-D9ACDAFA26B8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312000" y="3430238"/>
            <a:ext cx="2520000" cy="1713262"/>
          </a:xfrm>
          <a:custGeom>
            <a:avLst/>
            <a:gdLst>
              <a:gd name="connsiteX0" fmla="*/ 1260000 w 2520000"/>
              <a:gd name="connsiteY0" fmla="*/ 0 h 1713262"/>
              <a:gd name="connsiteX1" fmla="*/ 2520000 w 2520000"/>
              <a:gd name="connsiteY1" fmla="*/ 1260000 h 1713262"/>
              <a:gd name="connsiteX2" fmla="*/ 2066250 w 2520000"/>
              <a:gd name="connsiteY2" fmla="*/ 1713262 h 1713262"/>
              <a:gd name="connsiteX3" fmla="*/ 439730 w 2520000"/>
              <a:gd name="connsiteY3" fmla="*/ 1706453 h 1713262"/>
              <a:gd name="connsiteX4" fmla="*/ 0 w 2520000"/>
              <a:gd name="connsiteY4" fmla="*/ 1260000 h 17132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20000" h="1713262">
                <a:moveTo>
                  <a:pt x="1260000" y="0"/>
                </a:moveTo>
                <a:lnTo>
                  <a:pt x="2520000" y="1260000"/>
                </a:lnTo>
                <a:lnTo>
                  <a:pt x="2066250" y="1713262"/>
                </a:lnTo>
                <a:lnTo>
                  <a:pt x="439730" y="1706453"/>
                </a:lnTo>
                <a:lnTo>
                  <a:pt x="0" y="126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530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15030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884466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1257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1550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bg>
      <p:bgPr>
        <a:solidFill>
          <a:schemeClr val="accent3">
            <a:lumMod val="20000"/>
            <a:lumOff val="80000"/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mond 10"/>
          <p:cNvSpPr/>
          <p:nvPr userDrawn="1"/>
        </p:nvSpPr>
        <p:spPr>
          <a:xfrm>
            <a:off x="3203848" y="-2322"/>
            <a:ext cx="2700000" cy="1806344"/>
          </a:xfrm>
          <a:custGeom>
            <a:avLst/>
            <a:gdLst/>
            <a:ahLst/>
            <a:cxnLst/>
            <a:rect l="l" t="t" r="r" b="b"/>
            <a:pathLst>
              <a:path w="2700000" h="1806344">
                <a:moveTo>
                  <a:pt x="456344" y="0"/>
                </a:moveTo>
                <a:lnTo>
                  <a:pt x="2243656" y="0"/>
                </a:lnTo>
                <a:lnTo>
                  <a:pt x="2700000" y="456344"/>
                </a:lnTo>
                <a:lnTo>
                  <a:pt x="1350000" y="1806344"/>
                </a:lnTo>
                <a:lnTo>
                  <a:pt x="0" y="45634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" name="Isosceles Triangle 4"/>
          <p:cNvSpPr/>
          <p:nvPr userDrawn="1"/>
        </p:nvSpPr>
        <p:spPr>
          <a:xfrm>
            <a:off x="3746892" y="4331240"/>
            <a:ext cx="1650216" cy="812260"/>
          </a:xfrm>
          <a:prstGeom prst="triangle">
            <a:avLst/>
          </a:prstGeom>
          <a:noFill/>
          <a:ln w="381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" name="Isosceles Triangle 5"/>
          <p:cNvSpPr/>
          <p:nvPr userDrawn="1"/>
        </p:nvSpPr>
        <p:spPr>
          <a:xfrm>
            <a:off x="4041648" y="4493810"/>
            <a:ext cx="1060704" cy="554360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28FC5FB3-D739-474A-9148-1ABF4FC27690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3293848" y="1"/>
            <a:ext cx="2520000" cy="1711155"/>
          </a:xfrm>
          <a:custGeom>
            <a:avLst/>
            <a:gdLst>
              <a:gd name="connsiteX0" fmla="*/ 442968 w 2520000"/>
              <a:gd name="connsiteY0" fmla="*/ 0 h 1711155"/>
              <a:gd name="connsiteX1" fmla="*/ 985757 w 2520000"/>
              <a:gd name="connsiteY1" fmla="*/ 0 h 1711155"/>
              <a:gd name="connsiteX2" fmla="*/ 2080270 w 2520000"/>
              <a:gd name="connsiteY2" fmla="*/ 4702 h 1711155"/>
              <a:gd name="connsiteX3" fmla="*/ 2520000 w 2520000"/>
              <a:gd name="connsiteY3" fmla="*/ 451155 h 1711155"/>
              <a:gd name="connsiteX4" fmla="*/ 1260000 w 2520000"/>
              <a:gd name="connsiteY4" fmla="*/ 1711155 h 1711155"/>
              <a:gd name="connsiteX5" fmla="*/ 0 w 2520000"/>
              <a:gd name="connsiteY5" fmla="*/ 451155 h 17111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20000" h="1711155">
                <a:moveTo>
                  <a:pt x="442968" y="0"/>
                </a:moveTo>
                <a:lnTo>
                  <a:pt x="985757" y="0"/>
                </a:lnTo>
                <a:lnTo>
                  <a:pt x="2080270" y="4702"/>
                </a:lnTo>
                <a:lnTo>
                  <a:pt x="2520000" y="451155"/>
                </a:lnTo>
                <a:lnTo>
                  <a:pt x="1260000" y="1711155"/>
                </a:lnTo>
                <a:lnTo>
                  <a:pt x="0" y="4511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9455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565878" y="1176692"/>
            <a:ext cx="1871760" cy="305124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2612855" y="1176061"/>
            <a:ext cx="1871760" cy="30512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4659832" y="1175430"/>
            <a:ext cx="1871760" cy="305124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6706810" y="1174799"/>
            <a:ext cx="1871760" cy="305124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825475" y="1320085"/>
            <a:ext cx="1352567" cy="13525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6966407" y="1320085"/>
            <a:ext cx="1352567" cy="13525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2872452" y="1320085"/>
            <a:ext cx="1352567" cy="13525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919429" y="1320085"/>
            <a:ext cx="1352567" cy="135256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974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KBM-정애\014-Fullppt\PNG이미지\모니터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754" y="451443"/>
            <a:ext cx="3282039" cy="3272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1363708" y="584771"/>
            <a:ext cx="2991584" cy="207677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43454" y="1295867"/>
            <a:ext cx="3055840" cy="223137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4814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884466"/>
          </a:xfrm>
          <a:prstGeom prst="rect">
            <a:avLst/>
          </a:prstGeom>
        </p:spPr>
        <p:txBody>
          <a:bodyPr anchor="ctr"/>
          <a:lstStyle>
            <a:lvl1pPr algn="ctr"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 Free PPT _ Click to add title</a:t>
            </a:r>
            <a:endParaRPr lang="ko-KR" altLang="en-US" dirty="0"/>
          </a:p>
        </p:txBody>
      </p:sp>
      <p:pic>
        <p:nvPicPr>
          <p:cNvPr id="11" name="Picture 4" descr="D:\KBM-정애\014-Fullppt\PNG이미지\노트북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2499742"/>
            <a:ext cx="3600400" cy="1831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753800" y="2764640"/>
            <a:ext cx="1711407" cy="12496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998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-1"/>
            <a:ext cx="9144000" cy="27162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02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48178" y="557440"/>
            <a:ext cx="2592000" cy="40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012448" y="557440"/>
            <a:ext cx="2592000" cy="4032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280313" y="557440"/>
            <a:ext cx="2592000" cy="4032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2089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059900" y="1"/>
            <a:ext cx="3024200" cy="2571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572100" y="2571750"/>
            <a:ext cx="1512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059900" y="2571750"/>
            <a:ext cx="1512000" cy="2571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64765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426012" y="540000"/>
            <a:ext cx="1728192" cy="40370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53804" y="540000"/>
            <a:ext cx="1728192" cy="40370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4298220" y="540000"/>
            <a:ext cx="1728192" cy="40370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62618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912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그림 개체 틀 5">
            <a:extLst>
              <a:ext uri="{FF2B5EF4-FFF2-40B4-BE49-F238E27FC236}">
                <a16:creationId xmlns="" xmlns:a16="http://schemas.microsoft.com/office/drawing/2014/main" id="{C7304401-68B8-4E0E-A9DB-540B76DF928B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563888" y="638650"/>
            <a:ext cx="4320480" cy="4504851"/>
          </a:xfrm>
          <a:custGeom>
            <a:avLst/>
            <a:gdLst>
              <a:gd name="connsiteX0" fmla="*/ 2160240 w 4320480"/>
              <a:gd name="connsiteY0" fmla="*/ 0 h 4504851"/>
              <a:gd name="connsiteX1" fmla="*/ 4320480 w 4320480"/>
              <a:gd name="connsiteY1" fmla="*/ 4504851 h 4504851"/>
              <a:gd name="connsiteX2" fmla="*/ 0 w 4320480"/>
              <a:gd name="connsiteY2" fmla="*/ 4504851 h 45048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20480" h="4504851">
                <a:moveTo>
                  <a:pt x="2160240" y="0"/>
                </a:moveTo>
                <a:lnTo>
                  <a:pt x="4320480" y="4504851"/>
                </a:lnTo>
                <a:lnTo>
                  <a:pt x="0" y="450485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8" name="그림 개체 틀 7">
            <a:extLst>
              <a:ext uri="{FF2B5EF4-FFF2-40B4-BE49-F238E27FC236}">
                <a16:creationId xmlns="" xmlns:a16="http://schemas.microsoft.com/office/drawing/2014/main" id="{D2ABAD60-FE41-4786-B9AF-4454375D212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5635630" y="1"/>
            <a:ext cx="3508370" cy="4339267"/>
          </a:xfrm>
          <a:custGeom>
            <a:avLst/>
            <a:gdLst>
              <a:gd name="connsiteX0" fmla="*/ 0 w 3508370"/>
              <a:gd name="connsiteY0" fmla="*/ 0 h 4339267"/>
              <a:gd name="connsiteX1" fmla="*/ 3508370 w 3508370"/>
              <a:gd name="connsiteY1" fmla="*/ 0 h 4339267"/>
              <a:gd name="connsiteX2" fmla="*/ 3504823 w 3508370"/>
              <a:gd name="connsiteY2" fmla="*/ 1594801 h 4339267"/>
              <a:gd name="connsiteX3" fmla="*/ 2097974 w 3508370"/>
              <a:gd name="connsiteY3" fmla="*/ 4339267 h 43392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08370" h="4339267">
                <a:moveTo>
                  <a:pt x="0" y="0"/>
                </a:moveTo>
                <a:lnTo>
                  <a:pt x="3508370" y="0"/>
                </a:lnTo>
                <a:cubicBezTo>
                  <a:pt x="3507188" y="531600"/>
                  <a:pt x="3506005" y="1063201"/>
                  <a:pt x="3504823" y="1594801"/>
                </a:cubicBezTo>
                <a:lnTo>
                  <a:pt x="2097974" y="433926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1802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0"/>
            <a:ext cx="5076056" cy="51435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6572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452395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3" name="Rounded Rectangle 12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Rounded Rectangle 15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Half Frame 16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56042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69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3216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72" r:id="rId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41561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7" r:id="rId3"/>
    <p:sldLayoutId id="2147483671" r:id="rId4"/>
    <p:sldLayoutId id="2147483658" r:id="rId5"/>
    <p:sldLayoutId id="2147483659" r:id="rId6"/>
    <p:sldLayoutId id="2147483673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75" r:id="rId15"/>
    <p:sldLayoutId id="2147483674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270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56" y="1203598"/>
            <a:ext cx="9144000" cy="821340"/>
          </a:xfrm>
        </p:spPr>
        <p:txBody>
          <a:bodyPr/>
          <a:lstStyle/>
          <a:p>
            <a:r>
              <a:rPr lang="en-US" sz="2400" dirty="0" smtClean="0"/>
              <a:t>Course Code: IRE 216</a:t>
            </a:r>
            <a:br>
              <a:rPr lang="en-US" sz="2400" dirty="0" smtClean="0"/>
            </a:b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Course Title: </a:t>
            </a:r>
            <a:r>
              <a:rPr lang="en-US" sz="2400" dirty="0"/>
              <a:t>Sensor Technology Sessional</a:t>
            </a:r>
            <a:br>
              <a:rPr lang="en-US" sz="2400" dirty="0"/>
            </a:b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8434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-7253" y="1111700"/>
            <a:ext cx="9144000" cy="23042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Text Placeholder 3"/>
          <p:cNvSpPr txBox="1">
            <a:spLocks/>
          </p:cNvSpPr>
          <p:nvPr/>
        </p:nvSpPr>
        <p:spPr>
          <a:xfrm>
            <a:off x="35496" y="1114338"/>
            <a:ext cx="4608512" cy="27668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600" b="1" dirty="0" smtClean="0">
                <a:solidFill>
                  <a:schemeClr val="bg1"/>
                </a:solidFill>
                <a:cs typeface="Arial" pitchFamily="34" charset="0"/>
              </a:rPr>
              <a:t>Presented by:</a:t>
            </a:r>
          </a:p>
          <a:p>
            <a:pPr marL="0" indent="0">
              <a:buNone/>
            </a:pPr>
            <a:endParaRPr lang="en-US" altLang="ko-KR" sz="14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0" indent="0">
              <a:buNone/>
            </a:pPr>
            <a:r>
              <a:rPr lang="en-US" sz="1400" dirty="0" err="1"/>
              <a:t>Joya</a:t>
            </a:r>
            <a:r>
              <a:rPr lang="en-US" sz="1400" dirty="0"/>
              <a:t> Rani </a:t>
            </a:r>
            <a:r>
              <a:rPr lang="en-US" sz="1400" dirty="0" err="1"/>
              <a:t>Saha</a:t>
            </a:r>
            <a:r>
              <a:rPr lang="en-US" sz="1400" dirty="0"/>
              <a:t> </a:t>
            </a:r>
            <a:endParaRPr lang="en-US" sz="1400" dirty="0" smtClean="0"/>
          </a:p>
          <a:p>
            <a:pPr marL="0" indent="0">
              <a:buNone/>
            </a:pPr>
            <a:r>
              <a:rPr lang="en-US" sz="1400" dirty="0" smtClean="0"/>
              <a:t>ID</a:t>
            </a:r>
            <a:r>
              <a:rPr lang="en-US" sz="1400" dirty="0"/>
              <a:t>: </a:t>
            </a:r>
            <a:r>
              <a:rPr lang="en-US" sz="1400" dirty="0" smtClean="0"/>
              <a:t>2201008</a:t>
            </a:r>
            <a:endParaRPr lang="en-US" altLang="ko-KR" sz="1400" dirty="0" smtClean="0">
              <a:solidFill>
                <a:schemeClr val="bg1"/>
              </a:solidFill>
              <a:cs typeface="Arial" pitchFamily="34" charset="0"/>
            </a:endParaRPr>
          </a:p>
          <a:p>
            <a:pPr marL="0" indent="0">
              <a:buNone/>
            </a:pPr>
            <a:endParaRPr lang="ko-KR" altLang="en-US" sz="14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8473777" y="2685397"/>
            <a:ext cx="683574" cy="730559"/>
          </a:xfrm>
          <a:custGeom>
            <a:avLst/>
            <a:gdLst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700645 w 2149434"/>
              <a:gd name="connsiteY3" fmla="*/ 166255 h 2933205"/>
              <a:gd name="connsiteX4" fmla="*/ 676894 w 2149434"/>
              <a:gd name="connsiteY4" fmla="*/ 0 h 2933205"/>
              <a:gd name="connsiteX5" fmla="*/ 2066307 w 2149434"/>
              <a:gd name="connsiteY5" fmla="*/ 819397 h 2933205"/>
              <a:gd name="connsiteX6" fmla="*/ 2149434 w 2149434"/>
              <a:gd name="connsiteY6" fmla="*/ 593766 h 2933205"/>
              <a:gd name="connsiteX7" fmla="*/ 1816925 w 2149434"/>
              <a:gd name="connsiteY7" fmla="*/ 2933205 h 2933205"/>
              <a:gd name="connsiteX8" fmla="*/ 1187533 w 2149434"/>
              <a:gd name="connsiteY8" fmla="*/ 926275 h 2933205"/>
              <a:gd name="connsiteX9" fmla="*/ 1080655 w 2149434"/>
              <a:gd name="connsiteY9" fmla="*/ 1828800 h 2933205"/>
              <a:gd name="connsiteX10" fmla="*/ 914400 w 2149434"/>
              <a:gd name="connsiteY10" fmla="*/ 1448790 h 2933205"/>
              <a:gd name="connsiteX11" fmla="*/ 795647 w 2149434"/>
              <a:gd name="connsiteY11" fmla="*/ 2933205 h 2933205"/>
              <a:gd name="connsiteX0" fmla="*/ 795647 w 2149434"/>
              <a:gd name="connsiteY0" fmla="*/ 2933205 h 2933205"/>
              <a:gd name="connsiteX1" fmla="*/ 0 w 2149434"/>
              <a:gd name="connsiteY1" fmla="*/ 1531917 h 2933205"/>
              <a:gd name="connsiteX2" fmla="*/ 463138 w 2149434"/>
              <a:gd name="connsiteY2" fmla="*/ 1733797 h 2933205"/>
              <a:gd name="connsiteX3" fmla="*/ 676894 w 2149434"/>
              <a:gd name="connsiteY3" fmla="*/ 0 h 2933205"/>
              <a:gd name="connsiteX4" fmla="*/ 2066307 w 2149434"/>
              <a:gd name="connsiteY4" fmla="*/ 819397 h 2933205"/>
              <a:gd name="connsiteX5" fmla="*/ 2149434 w 2149434"/>
              <a:gd name="connsiteY5" fmla="*/ 593766 h 2933205"/>
              <a:gd name="connsiteX6" fmla="*/ 1816925 w 2149434"/>
              <a:gd name="connsiteY6" fmla="*/ 2933205 h 2933205"/>
              <a:gd name="connsiteX7" fmla="*/ 1187533 w 2149434"/>
              <a:gd name="connsiteY7" fmla="*/ 926275 h 2933205"/>
              <a:gd name="connsiteX8" fmla="*/ 1080655 w 2149434"/>
              <a:gd name="connsiteY8" fmla="*/ 1828800 h 2933205"/>
              <a:gd name="connsiteX9" fmla="*/ 914400 w 2149434"/>
              <a:gd name="connsiteY9" fmla="*/ 1448790 h 2933205"/>
              <a:gd name="connsiteX10" fmla="*/ 795647 w 2149434"/>
              <a:gd name="connsiteY10" fmla="*/ 2933205 h 2933205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2066307 w 2149434"/>
              <a:gd name="connsiteY4" fmla="*/ 1036680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149434"/>
              <a:gd name="connsiteY0" fmla="*/ 3150488 h 3150488"/>
              <a:gd name="connsiteX1" fmla="*/ 0 w 2149434"/>
              <a:gd name="connsiteY1" fmla="*/ 1749200 h 3150488"/>
              <a:gd name="connsiteX2" fmla="*/ 463138 w 2149434"/>
              <a:gd name="connsiteY2" fmla="*/ 1951080 h 3150488"/>
              <a:gd name="connsiteX3" fmla="*/ 776482 w 2149434"/>
              <a:gd name="connsiteY3" fmla="*/ 0 h 3150488"/>
              <a:gd name="connsiteX4" fmla="*/ 1975772 w 2149434"/>
              <a:gd name="connsiteY4" fmla="*/ 991413 h 3150488"/>
              <a:gd name="connsiteX5" fmla="*/ 2149434 w 2149434"/>
              <a:gd name="connsiteY5" fmla="*/ 811049 h 3150488"/>
              <a:gd name="connsiteX6" fmla="*/ 1816925 w 2149434"/>
              <a:gd name="connsiteY6" fmla="*/ 3150488 h 3150488"/>
              <a:gd name="connsiteX7" fmla="*/ 1187533 w 2149434"/>
              <a:gd name="connsiteY7" fmla="*/ 1143558 h 3150488"/>
              <a:gd name="connsiteX8" fmla="*/ 1080655 w 2149434"/>
              <a:gd name="connsiteY8" fmla="*/ 2046083 h 3150488"/>
              <a:gd name="connsiteX9" fmla="*/ 914400 w 2149434"/>
              <a:gd name="connsiteY9" fmla="*/ 1666073 h 3150488"/>
              <a:gd name="connsiteX10" fmla="*/ 795647 w 2149434"/>
              <a:gd name="connsiteY10" fmla="*/ 3150488 h 3150488"/>
              <a:gd name="connsiteX0" fmla="*/ 795647 w 2095113"/>
              <a:gd name="connsiteY0" fmla="*/ 3150488 h 3150488"/>
              <a:gd name="connsiteX1" fmla="*/ 0 w 2095113"/>
              <a:gd name="connsiteY1" fmla="*/ 1749200 h 3150488"/>
              <a:gd name="connsiteX2" fmla="*/ 463138 w 2095113"/>
              <a:gd name="connsiteY2" fmla="*/ 1951080 h 3150488"/>
              <a:gd name="connsiteX3" fmla="*/ 776482 w 2095113"/>
              <a:gd name="connsiteY3" fmla="*/ 0 h 3150488"/>
              <a:gd name="connsiteX4" fmla="*/ 1975772 w 2095113"/>
              <a:gd name="connsiteY4" fmla="*/ 991413 h 3150488"/>
              <a:gd name="connsiteX5" fmla="*/ 2095113 w 2095113"/>
              <a:gd name="connsiteY5" fmla="*/ 702407 h 3150488"/>
              <a:gd name="connsiteX6" fmla="*/ 1816925 w 2095113"/>
              <a:gd name="connsiteY6" fmla="*/ 3150488 h 3150488"/>
              <a:gd name="connsiteX7" fmla="*/ 1187533 w 2095113"/>
              <a:gd name="connsiteY7" fmla="*/ 1143558 h 3150488"/>
              <a:gd name="connsiteX8" fmla="*/ 1080655 w 2095113"/>
              <a:gd name="connsiteY8" fmla="*/ 2046083 h 3150488"/>
              <a:gd name="connsiteX9" fmla="*/ 914400 w 2095113"/>
              <a:gd name="connsiteY9" fmla="*/ 1666073 h 3150488"/>
              <a:gd name="connsiteX10" fmla="*/ 795647 w 2095113"/>
              <a:gd name="connsiteY10" fmla="*/ 3150488 h 3150488"/>
              <a:gd name="connsiteX0" fmla="*/ 795647 w 2760540"/>
              <a:gd name="connsiteY0" fmla="*/ 3150488 h 3150488"/>
              <a:gd name="connsiteX1" fmla="*/ 0 w 2760540"/>
              <a:gd name="connsiteY1" fmla="*/ 1749200 h 3150488"/>
              <a:gd name="connsiteX2" fmla="*/ 463138 w 2760540"/>
              <a:gd name="connsiteY2" fmla="*/ 1951080 h 3150488"/>
              <a:gd name="connsiteX3" fmla="*/ 776482 w 2760540"/>
              <a:gd name="connsiteY3" fmla="*/ 0 h 3150488"/>
              <a:gd name="connsiteX4" fmla="*/ 1975772 w 2760540"/>
              <a:gd name="connsiteY4" fmla="*/ 991413 h 3150488"/>
              <a:gd name="connsiteX5" fmla="*/ 2095113 w 2760540"/>
              <a:gd name="connsiteY5" fmla="*/ 702407 h 3150488"/>
              <a:gd name="connsiteX6" fmla="*/ 1816925 w 2760540"/>
              <a:gd name="connsiteY6" fmla="*/ 3150488 h 3150488"/>
              <a:gd name="connsiteX7" fmla="*/ 1187533 w 2760540"/>
              <a:gd name="connsiteY7" fmla="*/ 1143558 h 3150488"/>
              <a:gd name="connsiteX8" fmla="*/ 1080655 w 2760540"/>
              <a:gd name="connsiteY8" fmla="*/ 2046083 h 3150488"/>
              <a:gd name="connsiteX9" fmla="*/ 914400 w 2760540"/>
              <a:gd name="connsiteY9" fmla="*/ 1666073 h 3150488"/>
              <a:gd name="connsiteX10" fmla="*/ 795647 w 2760540"/>
              <a:gd name="connsiteY10" fmla="*/ 3150488 h 3150488"/>
              <a:gd name="connsiteX0" fmla="*/ 795647 w 2904019"/>
              <a:gd name="connsiteY0" fmla="*/ 3150488 h 3150488"/>
              <a:gd name="connsiteX1" fmla="*/ 0 w 2904019"/>
              <a:gd name="connsiteY1" fmla="*/ 1749200 h 3150488"/>
              <a:gd name="connsiteX2" fmla="*/ 463138 w 2904019"/>
              <a:gd name="connsiteY2" fmla="*/ 1951080 h 3150488"/>
              <a:gd name="connsiteX3" fmla="*/ 776482 w 2904019"/>
              <a:gd name="connsiteY3" fmla="*/ 0 h 3150488"/>
              <a:gd name="connsiteX4" fmla="*/ 1975772 w 2904019"/>
              <a:gd name="connsiteY4" fmla="*/ 991413 h 3150488"/>
              <a:gd name="connsiteX5" fmla="*/ 2095113 w 2904019"/>
              <a:gd name="connsiteY5" fmla="*/ 702407 h 3150488"/>
              <a:gd name="connsiteX6" fmla="*/ 1816925 w 2904019"/>
              <a:gd name="connsiteY6" fmla="*/ 3150488 h 3150488"/>
              <a:gd name="connsiteX7" fmla="*/ 1187533 w 2904019"/>
              <a:gd name="connsiteY7" fmla="*/ 1143558 h 3150488"/>
              <a:gd name="connsiteX8" fmla="*/ 1080655 w 2904019"/>
              <a:gd name="connsiteY8" fmla="*/ 2046083 h 3150488"/>
              <a:gd name="connsiteX9" fmla="*/ 914400 w 2904019"/>
              <a:gd name="connsiteY9" fmla="*/ 1666073 h 3150488"/>
              <a:gd name="connsiteX10" fmla="*/ 795647 w 2904019"/>
              <a:gd name="connsiteY10" fmla="*/ 3150488 h 3150488"/>
              <a:gd name="connsiteX0" fmla="*/ 795647 w 2905418"/>
              <a:gd name="connsiteY0" fmla="*/ 3150488 h 3186701"/>
              <a:gd name="connsiteX1" fmla="*/ 0 w 2905418"/>
              <a:gd name="connsiteY1" fmla="*/ 1749200 h 3186701"/>
              <a:gd name="connsiteX2" fmla="*/ 463138 w 2905418"/>
              <a:gd name="connsiteY2" fmla="*/ 1951080 h 3186701"/>
              <a:gd name="connsiteX3" fmla="*/ 776482 w 2905418"/>
              <a:gd name="connsiteY3" fmla="*/ 0 h 3186701"/>
              <a:gd name="connsiteX4" fmla="*/ 1975772 w 2905418"/>
              <a:gd name="connsiteY4" fmla="*/ 991413 h 3186701"/>
              <a:gd name="connsiteX5" fmla="*/ 2095113 w 2905418"/>
              <a:gd name="connsiteY5" fmla="*/ 702407 h 3186701"/>
              <a:gd name="connsiteX6" fmla="*/ 1821452 w 2905418"/>
              <a:gd name="connsiteY6" fmla="*/ 3186701 h 3186701"/>
              <a:gd name="connsiteX7" fmla="*/ 1187533 w 2905418"/>
              <a:gd name="connsiteY7" fmla="*/ 1143558 h 3186701"/>
              <a:gd name="connsiteX8" fmla="*/ 1080655 w 2905418"/>
              <a:gd name="connsiteY8" fmla="*/ 2046083 h 3186701"/>
              <a:gd name="connsiteX9" fmla="*/ 914400 w 2905418"/>
              <a:gd name="connsiteY9" fmla="*/ 1666073 h 3186701"/>
              <a:gd name="connsiteX10" fmla="*/ 795647 w 2905418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1975772 w 2937337"/>
              <a:gd name="connsiteY4" fmla="*/ 991413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120628 w 2937337"/>
              <a:gd name="connsiteY4" fmla="*/ 130828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937337"/>
              <a:gd name="connsiteY0" fmla="*/ 3150488 h 3186701"/>
              <a:gd name="connsiteX1" fmla="*/ 0 w 2937337"/>
              <a:gd name="connsiteY1" fmla="*/ 1749200 h 3186701"/>
              <a:gd name="connsiteX2" fmla="*/ 463138 w 2937337"/>
              <a:gd name="connsiteY2" fmla="*/ 1951080 h 3186701"/>
              <a:gd name="connsiteX3" fmla="*/ 776482 w 2937337"/>
              <a:gd name="connsiteY3" fmla="*/ 0 h 3186701"/>
              <a:gd name="connsiteX4" fmla="*/ 2034620 w 2937337"/>
              <a:gd name="connsiteY4" fmla="*/ 1294704 h 3186701"/>
              <a:gd name="connsiteX5" fmla="*/ 2095113 w 2937337"/>
              <a:gd name="connsiteY5" fmla="*/ 702407 h 3186701"/>
              <a:gd name="connsiteX6" fmla="*/ 1821452 w 2937337"/>
              <a:gd name="connsiteY6" fmla="*/ 3186701 h 3186701"/>
              <a:gd name="connsiteX7" fmla="*/ 1187533 w 2937337"/>
              <a:gd name="connsiteY7" fmla="*/ 1143558 h 3186701"/>
              <a:gd name="connsiteX8" fmla="*/ 1080655 w 2937337"/>
              <a:gd name="connsiteY8" fmla="*/ 2046083 h 3186701"/>
              <a:gd name="connsiteX9" fmla="*/ 914400 w 2937337"/>
              <a:gd name="connsiteY9" fmla="*/ 1666073 h 3186701"/>
              <a:gd name="connsiteX10" fmla="*/ 795647 w 2937337"/>
              <a:gd name="connsiteY10" fmla="*/ 3150488 h 3186701"/>
              <a:gd name="connsiteX0" fmla="*/ 795647 w 2893849"/>
              <a:gd name="connsiteY0" fmla="*/ 3150488 h 3186701"/>
              <a:gd name="connsiteX1" fmla="*/ 0 w 2893849"/>
              <a:gd name="connsiteY1" fmla="*/ 1749200 h 3186701"/>
              <a:gd name="connsiteX2" fmla="*/ 463138 w 2893849"/>
              <a:gd name="connsiteY2" fmla="*/ 1951080 h 3186701"/>
              <a:gd name="connsiteX3" fmla="*/ 776482 w 2893849"/>
              <a:gd name="connsiteY3" fmla="*/ 0 h 3186701"/>
              <a:gd name="connsiteX4" fmla="*/ 2034620 w 2893849"/>
              <a:gd name="connsiteY4" fmla="*/ 1294704 h 3186701"/>
              <a:gd name="connsiteX5" fmla="*/ 2031739 w 2893849"/>
              <a:gd name="connsiteY5" fmla="*/ 711461 h 3186701"/>
              <a:gd name="connsiteX6" fmla="*/ 1821452 w 2893849"/>
              <a:gd name="connsiteY6" fmla="*/ 3186701 h 3186701"/>
              <a:gd name="connsiteX7" fmla="*/ 1187533 w 2893849"/>
              <a:gd name="connsiteY7" fmla="*/ 1143558 h 3186701"/>
              <a:gd name="connsiteX8" fmla="*/ 1080655 w 2893849"/>
              <a:gd name="connsiteY8" fmla="*/ 2046083 h 3186701"/>
              <a:gd name="connsiteX9" fmla="*/ 914400 w 2893849"/>
              <a:gd name="connsiteY9" fmla="*/ 1666073 h 3186701"/>
              <a:gd name="connsiteX10" fmla="*/ 795647 w 2893849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795647 w 2931612"/>
              <a:gd name="connsiteY0" fmla="*/ 3150488 h 3186701"/>
              <a:gd name="connsiteX1" fmla="*/ 0 w 2931612"/>
              <a:gd name="connsiteY1" fmla="*/ 1749200 h 3186701"/>
              <a:gd name="connsiteX2" fmla="*/ 463138 w 2931612"/>
              <a:gd name="connsiteY2" fmla="*/ 1951080 h 3186701"/>
              <a:gd name="connsiteX3" fmla="*/ 776482 w 2931612"/>
              <a:gd name="connsiteY3" fmla="*/ 0 h 3186701"/>
              <a:gd name="connsiteX4" fmla="*/ 2034620 w 2931612"/>
              <a:gd name="connsiteY4" fmla="*/ 1294704 h 3186701"/>
              <a:gd name="connsiteX5" fmla="*/ 2031739 w 2931612"/>
              <a:gd name="connsiteY5" fmla="*/ 711461 h 3186701"/>
              <a:gd name="connsiteX6" fmla="*/ 1821452 w 2931612"/>
              <a:gd name="connsiteY6" fmla="*/ 3186701 h 3186701"/>
              <a:gd name="connsiteX7" fmla="*/ 1187533 w 2931612"/>
              <a:gd name="connsiteY7" fmla="*/ 1143558 h 3186701"/>
              <a:gd name="connsiteX8" fmla="*/ 1080655 w 2931612"/>
              <a:gd name="connsiteY8" fmla="*/ 2046083 h 3186701"/>
              <a:gd name="connsiteX9" fmla="*/ 914400 w 2931612"/>
              <a:gd name="connsiteY9" fmla="*/ 1666073 h 3186701"/>
              <a:gd name="connsiteX10" fmla="*/ 795647 w 2931612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813754 w 2949719"/>
              <a:gd name="connsiteY0" fmla="*/ 3150488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813754 w 2949719"/>
              <a:gd name="connsiteY10" fmla="*/ 3150488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81245 w 2949719"/>
              <a:gd name="connsiteY2" fmla="*/ 1951080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17045 w 2949719"/>
              <a:gd name="connsiteY0" fmla="*/ 3168594 h 3186701"/>
              <a:gd name="connsiteX1" fmla="*/ 0 w 2949719"/>
              <a:gd name="connsiteY1" fmla="*/ 1726566 h 3186701"/>
              <a:gd name="connsiteX2" fmla="*/ 417871 w 2949719"/>
              <a:gd name="connsiteY2" fmla="*/ 2009927 h 3186701"/>
              <a:gd name="connsiteX3" fmla="*/ 794589 w 2949719"/>
              <a:gd name="connsiteY3" fmla="*/ 0 h 3186701"/>
              <a:gd name="connsiteX4" fmla="*/ 2052727 w 2949719"/>
              <a:gd name="connsiteY4" fmla="*/ 1294704 h 3186701"/>
              <a:gd name="connsiteX5" fmla="*/ 2049846 w 2949719"/>
              <a:gd name="connsiteY5" fmla="*/ 711461 h 3186701"/>
              <a:gd name="connsiteX6" fmla="*/ 1839559 w 2949719"/>
              <a:gd name="connsiteY6" fmla="*/ 3186701 h 3186701"/>
              <a:gd name="connsiteX7" fmla="*/ 1205640 w 2949719"/>
              <a:gd name="connsiteY7" fmla="*/ 1143558 h 3186701"/>
              <a:gd name="connsiteX8" fmla="*/ 1098762 w 2949719"/>
              <a:gd name="connsiteY8" fmla="*/ 2046083 h 3186701"/>
              <a:gd name="connsiteX9" fmla="*/ 932507 w 2949719"/>
              <a:gd name="connsiteY9" fmla="*/ 1666073 h 3186701"/>
              <a:gd name="connsiteX10" fmla="*/ 1117045 w 2949719"/>
              <a:gd name="connsiteY10" fmla="*/ 3168594 h 3186701"/>
              <a:gd name="connsiteX0" fmla="*/ 1103465 w 2936139"/>
              <a:gd name="connsiteY0" fmla="*/ 3168594 h 3186701"/>
              <a:gd name="connsiteX1" fmla="*/ 0 w 2936139"/>
              <a:gd name="connsiteY1" fmla="*/ 1726566 h 3186701"/>
              <a:gd name="connsiteX2" fmla="*/ 404291 w 2936139"/>
              <a:gd name="connsiteY2" fmla="*/ 2009927 h 3186701"/>
              <a:gd name="connsiteX3" fmla="*/ 781009 w 2936139"/>
              <a:gd name="connsiteY3" fmla="*/ 0 h 3186701"/>
              <a:gd name="connsiteX4" fmla="*/ 2039147 w 2936139"/>
              <a:gd name="connsiteY4" fmla="*/ 1294704 h 3186701"/>
              <a:gd name="connsiteX5" fmla="*/ 2036266 w 2936139"/>
              <a:gd name="connsiteY5" fmla="*/ 711461 h 3186701"/>
              <a:gd name="connsiteX6" fmla="*/ 1825979 w 2936139"/>
              <a:gd name="connsiteY6" fmla="*/ 3186701 h 3186701"/>
              <a:gd name="connsiteX7" fmla="*/ 1192060 w 2936139"/>
              <a:gd name="connsiteY7" fmla="*/ 1143558 h 3186701"/>
              <a:gd name="connsiteX8" fmla="*/ 1085182 w 2936139"/>
              <a:gd name="connsiteY8" fmla="*/ 2046083 h 3186701"/>
              <a:gd name="connsiteX9" fmla="*/ 918927 w 2936139"/>
              <a:gd name="connsiteY9" fmla="*/ 1666073 h 3186701"/>
              <a:gd name="connsiteX10" fmla="*/ 1103465 w 2936139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64195 w 2981407"/>
              <a:gd name="connsiteY9" fmla="*/ 1666073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981407"/>
              <a:gd name="connsiteY0" fmla="*/ 3168594 h 3186701"/>
              <a:gd name="connsiteX1" fmla="*/ 0 w 2981407"/>
              <a:gd name="connsiteY1" fmla="*/ 1749200 h 3186701"/>
              <a:gd name="connsiteX2" fmla="*/ 449559 w 2981407"/>
              <a:gd name="connsiteY2" fmla="*/ 2009927 h 3186701"/>
              <a:gd name="connsiteX3" fmla="*/ 826277 w 2981407"/>
              <a:gd name="connsiteY3" fmla="*/ 0 h 3186701"/>
              <a:gd name="connsiteX4" fmla="*/ 2084415 w 2981407"/>
              <a:gd name="connsiteY4" fmla="*/ 1294704 h 3186701"/>
              <a:gd name="connsiteX5" fmla="*/ 2081534 w 2981407"/>
              <a:gd name="connsiteY5" fmla="*/ 711461 h 3186701"/>
              <a:gd name="connsiteX6" fmla="*/ 1871247 w 2981407"/>
              <a:gd name="connsiteY6" fmla="*/ 3186701 h 3186701"/>
              <a:gd name="connsiteX7" fmla="*/ 1237328 w 2981407"/>
              <a:gd name="connsiteY7" fmla="*/ 1143558 h 3186701"/>
              <a:gd name="connsiteX8" fmla="*/ 1130450 w 2981407"/>
              <a:gd name="connsiteY8" fmla="*/ 2046083 h 3186701"/>
              <a:gd name="connsiteX9" fmla="*/ 918927 w 2981407"/>
              <a:gd name="connsiteY9" fmla="*/ 1697760 h 3186701"/>
              <a:gd name="connsiteX10" fmla="*/ 1148733 w 2981407"/>
              <a:gd name="connsiteY10" fmla="*/ 3168594 h 3186701"/>
              <a:gd name="connsiteX0" fmla="*/ 1148733 w 2897156"/>
              <a:gd name="connsiteY0" fmla="*/ 3168594 h 3173121"/>
              <a:gd name="connsiteX1" fmla="*/ 0 w 2897156"/>
              <a:gd name="connsiteY1" fmla="*/ 1749200 h 3173121"/>
              <a:gd name="connsiteX2" fmla="*/ 449559 w 2897156"/>
              <a:gd name="connsiteY2" fmla="*/ 2009927 h 3173121"/>
              <a:gd name="connsiteX3" fmla="*/ 826277 w 2897156"/>
              <a:gd name="connsiteY3" fmla="*/ 0 h 3173121"/>
              <a:gd name="connsiteX4" fmla="*/ 2084415 w 2897156"/>
              <a:gd name="connsiteY4" fmla="*/ 1294704 h 3173121"/>
              <a:gd name="connsiteX5" fmla="*/ 2081534 w 2897156"/>
              <a:gd name="connsiteY5" fmla="*/ 711461 h 3173121"/>
              <a:gd name="connsiteX6" fmla="*/ 1581537 w 2897156"/>
              <a:gd name="connsiteY6" fmla="*/ 3173121 h 3173121"/>
              <a:gd name="connsiteX7" fmla="*/ 1237328 w 2897156"/>
              <a:gd name="connsiteY7" fmla="*/ 1143558 h 3173121"/>
              <a:gd name="connsiteX8" fmla="*/ 1130450 w 2897156"/>
              <a:gd name="connsiteY8" fmla="*/ 2046083 h 3173121"/>
              <a:gd name="connsiteX9" fmla="*/ 918927 w 2897156"/>
              <a:gd name="connsiteY9" fmla="*/ 1697760 h 3173121"/>
              <a:gd name="connsiteX10" fmla="*/ 1148733 w 2897156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30450 w 2969045"/>
              <a:gd name="connsiteY8" fmla="*/ 2046083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288886 w 2969045"/>
              <a:gd name="connsiteY8" fmla="*/ 2367481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  <a:gd name="connsiteX0" fmla="*/ 1148733 w 2969045"/>
              <a:gd name="connsiteY0" fmla="*/ 3168594 h 3173121"/>
              <a:gd name="connsiteX1" fmla="*/ 0 w 2969045"/>
              <a:gd name="connsiteY1" fmla="*/ 1749200 h 3173121"/>
              <a:gd name="connsiteX2" fmla="*/ 449559 w 2969045"/>
              <a:gd name="connsiteY2" fmla="*/ 2009927 h 3173121"/>
              <a:gd name="connsiteX3" fmla="*/ 826277 w 2969045"/>
              <a:gd name="connsiteY3" fmla="*/ 0 h 3173121"/>
              <a:gd name="connsiteX4" fmla="*/ 2084415 w 2969045"/>
              <a:gd name="connsiteY4" fmla="*/ 1294704 h 3173121"/>
              <a:gd name="connsiteX5" fmla="*/ 2081534 w 2969045"/>
              <a:gd name="connsiteY5" fmla="*/ 711461 h 3173121"/>
              <a:gd name="connsiteX6" fmla="*/ 1581537 w 2969045"/>
              <a:gd name="connsiteY6" fmla="*/ 3173121 h 3173121"/>
              <a:gd name="connsiteX7" fmla="*/ 1237328 w 2969045"/>
              <a:gd name="connsiteY7" fmla="*/ 1143558 h 3173121"/>
              <a:gd name="connsiteX8" fmla="*/ 1162138 w 2969045"/>
              <a:gd name="connsiteY8" fmla="*/ 2408222 h 3173121"/>
              <a:gd name="connsiteX9" fmla="*/ 918927 w 2969045"/>
              <a:gd name="connsiteY9" fmla="*/ 1697760 h 3173121"/>
              <a:gd name="connsiteX10" fmla="*/ 1148733 w 2969045"/>
              <a:gd name="connsiteY10" fmla="*/ 3168594 h 3173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969045" h="3173121">
                <a:moveTo>
                  <a:pt x="1148733" y="3168594"/>
                </a:moveTo>
                <a:cubicBezTo>
                  <a:pt x="-68605" y="2992718"/>
                  <a:pt x="289357" y="2373225"/>
                  <a:pt x="0" y="1749200"/>
                </a:cubicBezTo>
                <a:cubicBezTo>
                  <a:pt x="211718" y="1712379"/>
                  <a:pt x="518500" y="2277611"/>
                  <a:pt x="449559" y="2009927"/>
                </a:cubicBezTo>
                <a:cubicBezTo>
                  <a:pt x="87752" y="952162"/>
                  <a:pt x="1169975" y="921963"/>
                  <a:pt x="826277" y="0"/>
                </a:cubicBezTo>
                <a:cubicBezTo>
                  <a:pt x="1894489" y="60376"/>
                  <a:pt x="1582046" y="1053258"/>
                  <a:pt x="2084415" y="1294704"/>
                </a:cubicBezTo>
                <a:cubicBezTo>
                  <a:pt x="2220765" y="1319082"/>
                  <a:pt x="2384277" y="1207659"/>
                  <a:pt x="2081534" y="711461"/>
                </a:cubicBezTo>
                <a:cubicBezTo>
                  <a:pt x="3844765" y="2025429"/>
                  <a:pt x="2606774" y="3099478"/>
                  <a:pt x="1581537" y="3173121"/>
                </a:cubicBezTo>
                <a:cubicBezTo>
                  <a:pt x="2049242" y="2917586"/>
                  <a:pt x="2204598" y="1824606"/>
                  <a:pt x="1237328" y="1143558"/>
                </a:cubicBezTo>
                <a:cubicBezTo>
                  <a:pt x="1479342" y="1777869"/>
                  <a:pt x="1318476" y="2090782"/>
                  <a:pt x="1162138" y="2408222"/>
                </a:cubicBezTo>
                <a:cubicBezTo>
                  <a:pt x="1159532" y="2246847"/>
                  <a:pt x="1324413" y="1899876"/>
                  <a:pt x="918927" y="1697760"/>
                </a:cubicBezTo>
                <a:cubicBezTo>
                  <a:pt x="1108697" y="2305733"/>
                  <a:pt x="307113" y="2497246"/>
                  <a:pt x="1148733" y="31685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87624" y="222802"/>
            <a:ext cx="72008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kumimoji="0" lang="en-US" altLang="ko-KR" b="1" dirty="0" smtClean="0">
                <a:solidFill>
                  <a:srgbClr val="0070C0"/>
                </a:solidFill>
                <a:cs typeface="Arial" pitchFamily="34" charset="0"/>
              </a:rPr>
              <a:t>Project Title:</a:t>
            </a:r>
            <a:r>
              <a:rPr kumimoji="0" lang="en-US" altLang="ko-KR" b="1" dirty="0" smtClean="0"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US" b="1" dirty="0"/>
              <a:t>Fire Alert &amp; Avoidance System Using Smart Robot with Plant Care</a:t>
            </a:r>
            <a:endParaRPr lang="en-US" dirty="0"/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530147" y="1635377"/>
            <a:ext cx="2124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Rawnak</a:t>
            </a:r>
            <a:r>
              <a:rPr lang="en-US" sz="1400" dirty="0"/>
              <a:t> </a:t>
            </a:r>
            <a:r>
              <a:rPr lang="en-US" sz="1400" dirty="0" err="1"/>
              <a:t>Mahzabin</a:t>
            </a:r>
            <a:r>
              <a:rPr lang="en-US" sz="1400" dirty="0"/>
              <a:t> </a:t>
            </a:r>
            <a:r>
              <a:rPr lang="en-US" sz="1400" dirty="0" err="1"/>
              <a:t>Jyoti</a:t>
            </a:r>
            <a:r>
              <a:rPr lang="en-US" sz="1400" dirty="0"/>
              <a:t> ID: 2201010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83457" y="1635377"/>
            <a:ext cx="26166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err="1"/>
              <a:t>Takia</a:t>
            </a:r>
            <a:r>
              <a:rPr lang="en-US" sz="1400" dirty="0"/>
              <a:t> Yasmin </a:t>
            </a:r>
            <a:endParaRPr lang="en-US" sz="1400" dirty="0" smtClean="0"/>
          </a:p>
          <a:p>
            <a:r>
              <a:rPr lang="en-US" sz="1400" dirty="0" smtClean="0"/>
              <a:t>ID</a:t>
            </a:r>
            <a:r>
              <a:rPr lang="en-US" sz="1400" dirty="0"/>
              <a:t>: 2201049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496" y="2402949"/>
            <a:ext cx="295232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Presented to:</a:t>
            </a:r>
          </a:p>
          <a:p>
            <a:endParaRPr lang="en-US" sz="1600" dirty="0" smtClean="0">
              <a:solidFill>
                <a:schemeClr val="bg1"/>
              </a:solidFill>
            </a:endParaRPr>
          </a:p>
          <a:p>
            <a:r>
              <a:rPr lang="en-US" sz="1400" dirty="0" err="1" smtClean="0"/>
              <a:t>Sadia</a:t>
            </a:r>
            <a:r>
              <a:rPr lang="en-US" sz="1400" dirty="0" smtClean="0"/>
              <a:t> </a:t>
            </a:r>
            <a:r>
              <a:rPr lang="en-US" sz="1400" dirty="0" err="1" smtClean="0"/>
              <a:t>Enam</a:t>
            </a:r>
            <a:endParaRPr lang="en-US" sz="1400" dirty="0" smtClean="0"/>
          </a:p>
          <a:p>
            <a:r>
              <a:rPr lang="en-US" sz="1400" dirty="0" smtClean="0"/>
              <a:t>Lecturer, </a:t>
            </a:r>
            <a:r>
              <a:rPr lang="en-US" sz="1400" dirty="0" err="1" smtClean="0"/>
              <a:t>Gazipur</a:t>
            </a:r>
            <a:r>
              <a:rPr lang="en-US" sz="1400" dirty="0" smtClean="0"/>
              <a:t> Digital University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263577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1635646"/>
            <a:ext cx="2016225" cy="20162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3528" y="675742"/>
            <a:ext cx="30243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Introduction</a:t>
            </a:r>
            <a:endParaRPr lang="ko-KR" altLang="en-US" sz="32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3528" y="1419622"/>
            <a:ext cx="3960441" cy="2893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dirty="0">
                <a:cs typeface="Arial" pitchFamily="34" charset="0"/>
              </a:rPr>
              <a:t>This project is </a:t>
            </a:r>
            <a:r>
              <a:rPr lang="en-US" altLang="ko-KR" sz="1400" dirty="0" smtClean="0">
                <a:cs typeface="Arial" pitchFamily="34" charset="0"/>
              </a:rPr>
              <a:t>developed </a:t>
            </a:r>
            <a:r>
              <a:rPr lang="en-US" altLang="ko-KR" sz="1400" dirty="0">
                <a:cs typeface="Arial" pitchFamily="34" charset="0"/>
              </a:rPr>
              <a:t>using </a:t>
            </a:r>
            <a:r>
              <a:rPr lang="en-US" altLang="ko-KR" sz="1400" dirty="0" err="1">
                <a:cs typeface="Arial" pitchFamily="34" charset="0"/>
              </a:rPr>
              <a:t>Arduino</a:t>
            </a:r>
            <a:r>
              <a:rPr lang="en-US" altLang="ko-KR" sz="1400" dirty="0">
                <a:cs typeface="Arial" pitchFamily="34" charset="0"/>
              </a:rPr>
              <a:t> and various sensors. It continuously monitors key environmental factors such as soil moisture, temperature, humidity, gas levels, flame, and human movement using sensors like DHT22, MQ-2, flame sensor, ultrasonic sensor, and more. When any abnormal condition is detected—such as fire, gas leak, or intrusion—the system triggers a buzzer alert and displays real-time sensor data on the Serial Monitor. This low-cost and reliable system is suitable for applications in smart agriculture, home safety, and environmental monitoring.</a:t>
            </a:r>
            <a:endParaRPr kumimoji="0" lang="en-US" altLang="ko-KR" sz="1400" dirty="0"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8224" y="1260517"/>
            <a:ext cx="23717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782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9307" y="0"/>
            <a:ext cx="7524328" cy="884466"/>
          </a:xfrm>
        </p:spPr>
        <p:txBody>
          <a:bodyPr/>
          <a:lstStyle/>
          <a:p>
            <a:pPr algn="ctr"/>
            <a:r>
              <a:rPr lang="en-US" sz="3200" b="1" dirty="0" smtClean="0"/>
              <a:t>Objectives</a:t>
            </a:r>
            <a:endParaRPr lang="en-US" sz="3200" b="1" dirty="0"/>
          </a:p>
        </p:txBody>
      </p:sp>
      <p:sp>
        <p:nvSpPr>
          <p:cNvPr id="3" name="Rectangle 2"/>
          <p:cNvSpPr/>
          <p:nvPr/>
        </p:nvSpPr>
        <p:spPr>
          <a:xfrm>
            <a:off x="827584" y="1203598"/>
            <a:ext cx="727280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 smtClean="0"/>
              <a:t>To </a:t>
            </a:r>
            <a:r>
              <a:rPr lang="en-US" sz="1600" dirty="0"/>
              <a:t>develop a sensor-based system using </a:t>
            </a:r>
            <a:r>
              <a:rPr lang="en-US" sz="1600" dirty="0" err="1"/>
              <a:t>Arduino</a:t>
            </a:r>
            <a:r>
              <a:rPr lang="en-US" sz="1600" dirty="0"/>
              <a:t> for real-time environment and safety monitoring</a:t>
            </a:r>
            <a:r>
              <a:rPr lang="en-US" sz="1600" dirty="0" smtClean="0"/>
              <a:t>.</a:t>
            </a:r>
            <a:endParaRPr lang="en-US" sz="1600" dirty="0"/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measure soil moisture for better irrigation planning.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monitor temperature and humidity using the DHT22 sensor.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detect fire using a flame sensor and give immediate alerts.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sense harmful gas or smoke using the MQ-2 sensor.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detect nearby human or object movement with an ultrasonic sensor.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trigger a buzzer when any danger is detected.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show all sensor readings live on the Serial Monitor.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600" dirty="0"/>
              <a:t>To create a low-cost, energy-efficient system for farming, safety, and smart environments.</a:t>
            </a:r>
          </a:p>
        </p:txBody>
      </p:sp>
    </p:spTree>
    <p:extLst>
      <p:ext uri="{BB962C8B-B14F-4D97-AF65-F5344CB8AC3E}">
        <p14:creationId xmlns:p14="http://schemas.microsoft.com/office/powerpoint/2010/main" val="953301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0"/>
            <a:ext cx="7524328" cy="884466"/>
          </a:xfrm>
        </p:spPr>
        <p:txBody>
          <a:bodyPr/>
          <a:lstStyle/>
          <a:p>
            <a:pPr algn="ctr"/>
            <a:r>
              <a:rPr lang="en-US" sz="3200" b="1" dirty="0"/>
              <a:t>Components Required</a:t>
            </a:r>
            <a:endParaRPr lang="en-US" sz="3200" dirty="0"/>
          </a:p>
        </p:txBody>
      </p:sp>
      <p:sp>
        <p:nvSpPr>
          <p:cNvPr id="3" name="Rectangle 2"/>
          <p:cNvSpPr/>
          <p:nvPr/>
        </p:nvSpPr>
        <p:spPr>
          <a:xfrm>
            <a:off x="1331640" y="1275606"/>
            <a:ext cx="727280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US" sz="1600" b="1" dirty="0" err="1"/>
              <a:t>Arduino</a:t>
            </a:r>
            <a:r>
              <a:rPr lang="en-US" sz="1600" b="1" dirty="0"/>
              <a:t> UNO</a:t>
            </a:r>
            <a:r>
              <a:rPr lang="en-US" sz="1600" dirty="0"/>
              <a:t> – Main microcontroller to control all sensors and process data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Soil Moisture Sensor</a:t>
            </a:r>
            <a:r>
              <a:rPr lang="en-US" sz="1600" dirty="0"/>
              <a:t> – To detect the moisture level of soil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DHT22 Sensor</a:t>
            </a:r>
            <a:r>
              <a:rPr lang="en-US" sz="1600" dirty="0"/>
              <a:t> – To measure temperature and humidity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Flame Sensor</a:t>
            </a:r>
            <a:r>
              <a:rPr lang="en-US" sz="1600" dirty="0"/>
              <a:t> – To detect the presence of fire or flame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MQ-2 Gas Sensor</a:t>
            </a:r>
            <a:r>
              <a:rPr lang="en-US" sz="1600" dirty="0"/>
              <a:t> – To detect gas leakage or smoke in the environment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HC-SR04 Ultrasonic Sensor</a:t>
            </a:r>
            <a:r>
              <a:rPr lang="en-US" sz="1600" dirty="0"/>
              <a:t> – To detect movement or intruder nearby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Active Buzzer</a:t>
            </a:r>
            <a:r>
              <a:rPr lang="en-US" sz="1600" dirty="0"/>
              <a:t> – To give sound alerts when danger is detected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Breadboard</a:t>
            </a:r>
            <a:r>
              <a:rPr lang="en-US" sz="1600" dirty="0"/>
              <a:t> – For easy wiring and prototyping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Jumper </a:t>
            </a:r>
            <a:r>
              <a:rPr lang="en-US" sz="1600" b="1" dirty="0" smtClean="0"/>
              <a:t>Wires</a:t>
            </a:r>
            <a:r>
              <a:rPr lang="en-US" sz="1600" dirty="0" smtClean="0"/>
              <a:t> </a:t>
            </a:r>
            <a:r>
              <a:rPr lang="en-US" sz="1600" dirty="0"/>
              <a:t>– To connect all components</a:t>
            </a:r>
          </a:p>
          <a:p>
            <a:pPr>
              <a:buFont typeface="+mj-lt"/>
              <a:buAutoNum type="arabicPeriod"/>
            </a:pPr>
            <a:r>
              <a:rPr lang="en-US" sz="1600" b="1" dirty="0"/>
              <a:t>USB Cable</a:t>
            </a:r>
            <a:r>
              <a:rPr lang="en-US" sz="1600" dirty="0"/>
              <a:t> – To program and power the </a:t>
            </a:r>
            <a:r>
              <a:rPr lang="en-US" sz="1600" dirty="0" err="1"/>
              <a:t>Arduino</a:t>
            </a:r>
            <a:endParaRPr lang="en-US" sz="1600" dirty="0"/>
          </a:p>
          <a:p>
            <a:pPr>
              <a:buFont typeface="+mj-lt"/>
              <a:buAutoNum type="arabicPeriod"/>
            </a:pPr>
            <a:r>
              <a:rPr lang="en-US" sz="1600" b="1" dirty="0"/>
              <a:t>Power Supply (Optional)</a:t>
            </a:r>
            <a:r>
              <a:rPr lang="en-US" sz="1600" dirty="0"/>
              <a:t> – 9V battery or adapter for external power</a:t>
            </a:r>
          </a:p>
        </p:txBody>
      </p:sp>
    </p:spTree>
    <p:extLst>
      <p:ext uri="{BB962C8B-B14F-4D97-AF65-F5344CB8AC3E}">
        <p14:creationId xmlns:p14="http://schemas.microsoft.com/office/powerpoint/2010/main" val="1723600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23478"/>
            <a:ext cx="8568952" cy="720080"/>
          </a:xfrm>
        </p:spPr>
        <p:txBody>
          <a:bodyPr/>
          <a:lstStyle/>
          <a:p>
            <a:r>
              <a:rPr lang="en-US" altLang="ko-KR" sz="3200" dirty="0" smtClean="0">
                <a:solidFill>
                  <a:schemeClr val="accent5"/>
                </a:solidFill>
              </a:rPr>
              <a:t>Literature Review</a:t>
            </a:r>
            <a:endParaRPr lang="ko-KR" altLang="en-US" sz="32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683568" y="1595534"/>
            <a:ext cx="1833846" cy="1623301"/>
            <a:chOff x="3864469" y="2059375"/>
            <a:chExt cx="1584177" cy="1623301"/>
          </a:xfrm>
        </p:grpSpPr>
        <p:sp>
          <p:nvSpPr>
            <p:cNvPr id="21" name="Text Placeholder 17"/>
            <p:cNvSpPr txBox="1">
              <a:spLocks/>
            </p:cNvSpPr>
            <p:nvPr/>
          </p:nvSpPr>
          <p:spPr>
            <a:xfrm>
              <a:off x="4120155" y="2059375"/>
              <a:ext cx="869541" cy="246087"/>
            </a:xfrm>
            <a:prstGeom prst="rect">
              <a:avLst/>
            </a:prstGeom>
          </p:spPr>
          <p:txBody>
            <a:bodyPr anchor="ctr"/>
            <a:lstStyle>
              <a:lvl1pPr marL="342900" indent="-3429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3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»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000" b="1" dirty="0" err="1">
                  <a:cs typeface="Arial" pitchFamily="34" charset="0"/>
                </a:rPr>
                <a:t>Anas</a:t>
              </a:r>
              <a:r>
                <a:rPr lang="en-US" sz="1000" b="1" dirty="0">
                  <a:cs typeface="Arial" pitchFamily="34" charset="0"/>
                </a:rPr>
                <a:t> </a:t>
              </a:r>
              <a:r>
                <a:rPr lang="en-US" sz="1000" b="1" dirty="0" err="1">
                  <a:cs typeface="Arial" pitchFamily="34" charset="0"/>
                </a:rPr>
                <a:t>Tukur</a:t>
              </a:r>
              <a:r>
                <a:rPr lang="en-US" sz="1000" b="1" dirty="0">
                  <a:cs typeface="Arial" pitchFamily="34" charset="0"/>
                </a:rPr>
                <a:t> </a:t>
              </a:r>
              <a:r>
                <a:rPr lang="en-US" sz="1000" b="1" dirty="0" err="1">
                  <a:cs typeface="Arial" pitchFamily="34" charset="0"/>
                </a:rPr>
                <a:t>Balarabe</a:t>
              </a:r>
              <a:endParaRPr lang="en-US" sz="1000" b="1" dirty="0">
                <a:cs typeface="Arial" pitchFamily="34" charset="0"/>
              </a:endParaRP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64469" y="2667013"/>
              <a:ext cx="158417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>
                  <a:cs typeface="Arial" pitchFamily="34" charset="0"/>
                </a:rPr>
                <a:t>Developed an </a:t>
              </a:r>
              <a:r>
                <a:rPr lang="en-US" altLang="ko-KR" sz="1000" dirty="0" err="1">
                  <a:cs typeface="Arial" pitchFamily="34" charset="0"/>
                </a:rPr>
                <a:t>Arduino</a:t>
              </a:r>
              <a:r>
                <a:rPr lang="en-US" altLang="ko-KR" sz="1000" dirty="0">
                  <a:cs typeface="Arial" pitchFamily="34" charset="0"/>
                </a:rPr>
                <a:t> UNO-based system for real-time monitoring of temperature, humidity, and CO₂ levels using DHT11 and MQ135 sensors.  </a:t>
              </a:r>
              <a:endParaRPr lang="ko-KR" altLang="en-US" sz="1000" dirty="0">
                <a:cs typeface="Arial" pitchFamily="34" charset="0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2686571" y="2120148"/>
            <a:ext cx="17135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smtClean="0"/>
              <a:t>developed </a:t>
            </a:r>
            <a:r>
              <a:rPr lang="en-US" sz="1000" dirty="0"/>
              <a:t>an </a:t>
            </a:r>
            <a:r>
              <a:rPr lang="en-US" sz="1000" dirty="0" err="1"/>
              <a:t>IoT</a:t>
            </a:r>
            <a:r>
              <a:rPr lang="en-US" sz="1000" dirty="0"/>
              <a:t>-based environmental monitoring system using </a:t>
            </a:r>
            <a:r>
              <a:rPr lang="en-US" sz="1000" dirty="0" err="1"/>
              <a:t>Arduino</a:t>
            </a:r>
            <a:r>
              <a:rPr lang="en-US" sz="1000" dirty="0"/>
              <a:t> Mega and ESP8266 Node MCU to collect and transmit data from sensors like MQ-2, MQ-135, DHT11, and BMP180. </a:t>
            </a:r>
            <a:endParaRPr lang="ko-KR" altLang="en-US" sz="1000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659432" y="2179221"/>
            <a:ext cx="183384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cs typeface="Arial" pitchFamily="34" charset="0"/>
              </a:rPr>
              <a:t>Adam Benson developed an </a:t>
            </a:r>
            <a:r>
              <a:rPr lang="en-US" altLang="ko-KR" sz="1000" dirty="0" err="1">
                <a:cs typeface="Arial" pitchFamily="34" charset="0"/>
              </a:rPr>
              <a:t>Arduino</a:t>
            </a:r>
            <a:r>
              <a:rPr lang="en-US" altLang="ko-KR" sz="1000" dirty="0">
                <a:cs typeface="Arial" pitchFamily="34" charset="0"/>
              </a:rPr>
              <a:t>-based system that monitors room conditions and detects intrusions</a:t>
            </a:r>
            <a:r>
              <a:rPr lang="en-US" altLang="ko-KR" sz="1000" dirty="0" smtClean="0">
                <a:cs typeface="Arial" pitchFamily="34" charset="0"/>
              </a:rPr>
              <a:t>, </a:t>
            </a:r>
            <a:r>
              <a:rPr lang="en-US" altLang="ko-KR" sz="1000" dirty="0">
                <a:cs typeface="Arial" pitchFamily="34" charset="0"/>
              </a:rPr>
              <a:t>and displaying data on an LCD 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52586" y="2237355"/>
            <a:ext cx="183384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 err="1">
                <a:cs typeface="Arial" pitchFamily="34" charset="0"/>
              </a:rPr>
              <a:t>Krishnaraj</a:t>
            </a:r>
            <a:r>
              <a:rPr lang="en-US" altLang="ko-KR" sz="1000" dirty="0">
                <a:cs typeface="Arial" pitchFamily="34" charset="0"/>
              </a:rPr>
              <a:t> R, </a:t>
            </a:r>
            <a:r>
              <a:rPr lang="en-US" altLang="ko-KR" sz="1000" dirty="0" err="1">
                <a:cs typeface="Arial" pitchFamily="34" charset="0"/>
              </a:rPr>
              <a:t>Divya</a:t>
            </a:r>
            <a:r>
              <a:rPr lang="en-US" altLang="ko-KR" sz="1000" dirty="0">
                <a:cs typeface="Arial" pitchFamily="34" charset="0"/>
              </a:rPr>
              <a:t> </a:t>
            </a:r>
            <a:r>
              <a:rPr lang="en-US" altLang="ko-KR" sz="1000" dirty="0" err="1">
                <a:cs typeface="Arial" pitchFamily="34" charset="0"/>
              </a:rPr>
              <a:t>Dharshini</a:t>
            </a:r>
            <a:r>
              <a:rPr lang="en-US" altLang="ko-KR" sz="1000" dirty="0">
                <a:cs typeface="Arial" pitchFamily="34" charset="0"/>
              </a:rPr>
              <a:t> S, </a:t>
            </a:r>
            <a:r>
              <a:rPr lang="en-US" altLang="ko-KR" sz="1000" dirty="0" err="1">
                <a:cs typeface="Arial" pitchFamily="34" charset="0"/>
              </a:rPr>
              <a:t>Sandhya</a:t>
            </a:r>
            <a:r>
              <a:rPr lang="en-US" altLang="ko-KR" sz="1000" dirty="0">
                <a:cs typeface="Arial" pitchFamily="34" charset="0"/>
              </a:rPr>
              <a:t> A K, and </a:t>
            </a:r>
            <a:r>
              <a:rPr lang="en-US" altLang="ko-KR" sz="1000" dirty="0" err="1">
                <a:cs typeface="Arial" pitchFamily="34" charset="0"/>
              </a:rPr>
              <a:t>Sanjala</a:t>
            </a:r>
            <a:r>
              <a:rPr lang="en-US" altLang="ko-KR" sz="1000" dirty="0">
                <a:cs typeface="Arial" pitchFamily="34" charset="0"/>
              </a:rPr>
              <a:t> N M developed an </a:t>
            </a:r>
            <a:r>
              <a:rPr lang="en-US" altLang="ko-KR" sz="1000" dirty="0" err="1">
                <a:cs typeface="Arial" pitchFamily="34" charset="0"/>
              </a:rPr>
              <a:t>IoT</a:t>
            </a:r>
            <a:r>
              <a:rPr lang="en-US" altLang="ko-KR" sz="1000" dirty="0">
                <a:cs typeface="Arial" pitchFamily="34" charset="0"/>
              </a:rPr>
              <a:t>-based smart environment monitoring system that uses sensors to track air </a:t>
            </a:r>
            <a:r>
              <a:rPr lang="en-US" altLang="ko-KR" sz="1000" dirty="0" smtClean="0">
                <a:cs typeface="Arial" pitchFamily="34" charset="0"/>
              </a:rPr>
              <a:t>quality &amp; temperature</a:t>
            </a:r>
            <a:r>
              <a:rPr lang="en-US" altLang="ko-KR" sz="1000" dirty="0">
                <a:cs typeface="Arial" pitchFamily="34" charset="0"/>
              </a:rPr>
              <a:t>.</a:t>
            </a:r>
            <a:endParaRPr lang="ko-KR" altLang="en-US" sz="1000" dirty="0"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52906" y="1620010"/>
            <a:ext cx="1681871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/>
              <a:t>Alejandro </a:t>
            </a:r>
            <a:r>
              <a:rPr lang="en-US" sz="1000" b="1" dirty="0" err="1"/>
              <a:t>Lezcano</a:t>
            </a:r>
            <a:r>
              <a:rPr lang="en-US" sz="1000" b="1" dirty="0"/>
              <a:t> </a:t>
            </a:r>
            <a:r>
              <a:rPr lang="en-US" sz="1000" b="1" dirty="0" err="1"/>
              <a:t>Sirre</a:t>
            </a:r>
            <a:r>
              <a:rPr lang="en-US" sz="1000" b="1" dirty="0"/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4048" y="1618147"/>
            <a:ext cx="108074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00" b="1" dirty="0"/>
              <a:t>Adam Benson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936573" y="1471335"/>
            <a:ext cx="145185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b="1" dirty="0" err="1"/>
              <a:t>Krishnaraj</a:t>
            </a:r>
            <a:r>
              <a:rPr lang="en-US" sz="1000" b="1" dirty="0"/>
              <a:t> R, </a:t>
            </a:r>
            <a:r>
              <a:rPr lang="en-US" sz="1000" b="1" dirty="0" err="1"/>
              <a:t>Divya</a:t>
            </a:r>
            <a:r>
              <a:rPr lang="en-US" sz="1000" b="1" dirty="0"/>
              <a:t> </a:t>
            </a:r>
            <a:r>
              <a:rPr lang="en-US" sz="1000" b="1" dirty="0" err="1"/>
              <a:t>Dharshini</a:t>
            </a:r>
            <a:r>
              <a:rPr lang="en-US" sz="1000" b="1" dirty="0"/>
              <a:t> S, </a:t>
            </a:r>
            <a:r>
              <a:rPr lang="en-US" sz="1000" b="1" dirty="0" err="1"/>
              <a:t>Sandhya</a:t>
            </a:r>
            <a:r>
              <a:rPr lang="en-US" sz="1000" b="1" dirty="0"/>
              <a:t> A K, and </a:t>
            </a:r>
            <a:r>
              <a:rPr lang="en-US" sz="1000" b="1" dirty="0" err="1"/>
              <a:t>Sanjala</a:t>
            </a:r>
            <a:r>
              <a:rPr lang="en-US" sz="1000" b="1" dirty="0"/>
              <a:t> N M </a:t>
            </a:r>
          </a:p>
        </p:txBody>
      </p:sp>
    </p:spTree>
    <p:extLst>
      <p:ext uri="{BB962C8B-B14F-4D97-AF65-F5344CB8AC3E}">
        <p14:creationId xmlns:p14="http://schemas.microsoft.com/office/powerpoint/2010/main" val="3963596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ko-KR" sz="3200" dirty="0" smtClean="0">
                <a:solidFill>
                  <a:srgbClr val="1C7DE1"/>
                </a:solidFill>
              </a:rPr>
              <a:t>Key</a:t>
            </a:r>
            <a:r>
              <a:rPr lang="en-US" altLang="ko-KR" sz="3200" dirty="0" smtClean="0">
                <a:solidFill>
                  <a:schemeClr val="tx1"/>
                </a:solidFill>
              </a:rPr>
              <a:t> Features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47435" y="2414619"/>
            <a:ext cx="3149101" cy="2293969"/>
            <a:chOff x="247435" y="2414619"/>
            <a:chExt cx="3149101" cy="2293969"/>
          </a:xfrm>
        </p:grpSpPr>
        <p:sp>
          <p:nvSpPr>
            <p:cNvPr id="13" name="Rectangle 12"/>
            <p:cNvSpPr/>
            <p:nvPr/>
          </p:nvSpPr>
          <p:spPr>
            <a:xfrm rot="2700000" flipH="1">
              <a:off x="1034951" y="1627103"/>
              <a:ext cx="1574070" cy="3149101"/>
            </a:xfrm>
            <a:custGeom>
              <a:avLst/>
              <a:gdLst/>
              <a:ahLst/>
              <a:cxnLst/>
              <a:rect l="l" t="t" r="r" b="b"/>
              <a:pathLst>
                <a:path w="1574070" h="3149101">
                  <a:moveTo>
                    <a:pt x="1396232" y="177838"/>
                  </a:moveTo>
                  <a:cubicBezTo>
                    <a:pt x="1732682" y="514288"/>
                    <a:pt x="1732682" y="1059782"/>
                    <a:pt x="1396232" y="1396232"/>
                  </a:cubicBezTo>
                  <a:cubicBezTo>
                    <a:pt x="1059782" y="1732681"/>
                    <a:pt x="514289" y="1732681"/>
                    <a:pt x="177839" y="1396232"/>
                  </a:cubicBezTo>
                  <a:cubicBezTo>
                    <a:pt x="-158611" y="1059782"/>
                    <a:pt x="-158611" y="514288"/>
                    <a:pt x="177839" y="177838"/>
                  </a:cubicBezTo>
                  <a:cubicBezTo>
                    <a:pt x="514289" y="-158611"/>
                    <a:pt x="1059782" y="-158611"/>
                    <a:pt x="1396232" y="177838"/>
                  </a:cubicBezTo>
                  <a:close/>
                  <a:moveTo>
                    <a:pt x="1574070" y="0"/>
                  </a:moveTo>
                  <a:cubicBezTo>
                    <a:pt x="1139403" y="-434668"/>
                    <a:pt x="434668" y="-434668"/>
                    <a:pt x="0" y="0"/>
                  </a:cubicBezTo>
                  <a:cubicBezTo>
                    <a:pt x="-434668" y="434667"/>
                    <a:pt x="-434668" y="1139403"/>
                    <a:pt x="0" y="1574070"/>
                  </a:cubicBezTo>
                  <a:cubicBezTo>
                    <a:pt x="149565" y="1723636"/>
                    <a:pt x="331107" y="1821737"/>
                    <a:pt x="522925" y="1867116"/>
                  </a:cubicBezTo>
                  <a:lnTo>
                    <a:pt x="522925" y="3149101"/>
                  </a:lnTo>
                  <a:lnTo>
                    <a:pt x="1051145" y="3149101"/>
                  </a:lnTo>
                  <a:lnTo>
                    <a:pt x="1051145" y="1867115"/>
                  </a:lnTo>
                  <a:cubicBezTo>
                    <a:pt x="1242964" y="1821737"/>
                    <a:pt x="1424505" y="1723636"/>
                    <a:pt x="1574070" y="1574070"/>
                  </a:cubicBezTo>
                  <a:cubicBezTo>
                    <a:pt x="2008738" y="1139403"/>
                    <a:pt x="2008738" y="434667"/>
                    <a:pt x="1574070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4" name="Round Same Side Corner Rectangle 13"/>
            <p:cNvSpPr/>
            <p:nvPr/>
          </p:nvSpPr>
          <p:spPr>
            <a:xfrm rot="13500000" flipH="1">
              <a:off x="299369" y="4293587"/>
              <a:ext cx="528162" cy="301840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pic>
        <p:nvPicPr>
          <p:cNvPr id="13315" name="Picture 3" descr="D:\KBM-정애\014-Fullppt\PNG이미지\지구본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9041" y="2076375"/>
            <a:ext cx="1236428" cy="1238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Oval 17"/>
          <p:cNvSpPr/>
          <p:nvPr/>
        </p:nvSpPr>
        <p:spPr>
          <a:xfrm>
            <a:off x="2991380" y="2832668"/>
            <a:ext cx="656698" cy="65669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9" name="Oval 18"/>
          <p:cNvSpPr/>
          <p:nvPr/>
        </p:nvSpPr>
        <p:spPr>
          <a:xfrm>
            <a:off x="2231740" y="1319152"/>
            <a:ext cx="656698" cy="65669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0" name="Oval 19"/>
          <p:cNvSpPr/>
          <p:nvPr/>
        </p:nvSpPr>
        <p:spPr>
          <a:xfrm>
            <a:off x="2231740" y="3363838"/>
            <a:ext cx="656698" cy="656698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Oval 20"/>
          <p:cNvSpPr/>
          <p:nvPr/>
        </p:nvSpPr>
        <p:spPr>
          <a:xfrm>
            <a:off x="2991380" y="1899077"/>
            <a:ext cx="656698" cy="65669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1" name="TextBox 50"/>
          <p:cNvSpPr txBox="1"/>
          <p:nvPr/>
        </p:nvSpPr>
        <p:spPr>
          <a:xfrm>
            <a:off x="2324790" y="1493613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84430" y="2073538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84430" y="3007128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24790" y="3544565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cs typeface="Arial" pitchFamily="34" charset="0"/>
              </a:rPr>
              <a:t>04</a:t>
            </a:r>
          </a:p>
        </p:txBody>
      </p:sp>
      <p:sp>
        <p:nvSpPr>
          <p:cNvPr id="27" name="Oval 26"/>
          <p:cNvSpPr/>
          <p:nvPr/>
        </p:nvSpPr>
        <p:spPr>
          <a:xfrm>
            <a:off x="1347642" y="3087408"/>
            <a:ext cx="656698" cy="656698"/>
          </a:xfrm>
          <a:prstGeom prst="ellipse">
            <a:avLst/>
          </a:prstGeom>
          <a:solidFill>
            <a:srgbClr val="7030A0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440692" y="3268135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 smtClean="0">
                <a:solidFill>
                  <a:schemeClr val="bg1"/>
                </a:solidFill>
                <a:cs typeface="Arial" pitchFamily="34" charset="0"/>
              </a:rPr>
              <a:t>05</a:t>
            </a:r>
            <a:endParaRPr lang="en-US" altLang="ko-KR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1008196" y="2241087"/>
            <a:ext cx="656698" cy="656698"/>
          </a:xfrm>
          <a:prstGeom prst="ellipse">
            <a:avLst/>
          </a:prstGeom>
          <a:solidFill>
            <a:srgbClr val="F4BD2D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097146" y="2415547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 smtClean="0">
                <a:solidFill>
                  <a:schemeClr val="bg1"/>
                </a:solidFill>
                <a:cs typeface="Arial" pitchFamily="34" charset="0"/>
              </a:rPr>
              <a:t>06</a:t>
            </a:r>
            <a:endParaRPr lang="en-US" altLang="ko-KR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1394167" y="1461218"/>
            <a:ext cx="656698" cy="656698"/>
          </a:xfrm>
          <a:prstGeom prst="ellipse">
            <a:avLst/>
          </a:prstGeom>
          <a:solidFill>
            <a:srgbClr val="F07624"/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487217" y="1641945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 smtClean="0">
                <a:solidFill>
                  <a:schemeClr val="bg1"/>
                </a:solidFill>
                <a:cs typeface="Arial" pitchFamily="34" charset="0"/>
              </a:rPr>
              <a:t>07</a:t>
            </a:r>
            <a:endParaRPr lang="en-US" altLang="ko-KR" sz="20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44542" y="1141531"/>
            <a:ext cx="508752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b="1" dirty="0"/>
              <a:t>Real-time monitoring</a:t>
            </a:r>
            <a:r>
              <a:rPr lang="en-US" sz="1400" dirty="0"/>
              <a:t> of 6 different parameters (soil, temp, humidity, gas, flame, motion</a:t>
            </a:r>
            <a:r>
              <a:rPr lang="en-US" sz="1400" dirty="0" smtClean="0"/>
              <a:t>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b="1" dirty="0" smtClean="0"/>
              <a:t>Buzzer </a:t>
            </a:r>
            <a:r>
              <a:rPr lang="en-US" sz="1400" b="1" dirty="0"/>
              <a:t>alert</a:t>
            </a:r>
            <a:r>
              <a:rPr lang="en-US" sz="1400" dirty="0"/>
              <a:t> system for fire, gas leak, and </a:t>
            </a:r>
            <a:r>
              <a:rPr lang="en-US" sz="1400" dirty="0" smtClean="0"/>
              <a:t>intrusion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b="1" dirty="0" smtClean="0"/>
              <a:t>All </a:t>
            </a:r>
            <a:r>
              <a:rPr lang="en-US" sz="1400" b="1" dirty="0"/>
              <a:t>sensors integrated</a:t>
            </a:r>
            <a:r>
              <a:rPr lang="en-US" sz="1400" dirty="0"/>
              <a:t> in one </a:t>
            </a:r>
            <a:r>
              <a:rPr lang="en-US" sz="1400" dirty="0" err="1"/>
              <a:t>Arduino</a:t>
            </a:r>
            <a:r>
              <a:rPr lang="en-US" sz="1400" dirty="0"/>
              <a:t>-based </a:t>
            </a:r>
            <a:r>
              <a:rPr lang="en-US" sz="1400" dirty="0" smtClean="0"/>
              <a:t>system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b="1" dirty="0" smtClean="0"/>
              <a:t>Low-cost </a:t>
            </a:r>
            <a:r>
              <a:rPr lang="en-US" sz="1400" b="1" dirty="0"/>
              <a:t>and easy to build</a:t>
            </a:r>
            <a:r>
              <a:rPr lang="en-US" sz="1400" dirty="0"/>
              <a:t> with common </a:t>
            </a:r>
            <a:r>
              <a:rPr lang="en-US" sz="1400" dirty="0" smtClean="0"/>
              <a:t>components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b="1" dirty="0" smtClean="0"/>
              <a:t>Live </a:t>
            </a:r>
            <a:r>
              <a:rPr lang="en-US" sz="1400" b="1" dirty="0"/>
              <a:t>output</a:t>
            </a:r>
            <a:r>
              <a:rPr lang="en-US" sz="1400" dirty="0"/>
              <a:t> viewable on </a:t>
            </a:r>
            <a:r>
              <a:rPr lang="en-US" sz="1400" dirty="0" err="1"/>
              <a:t>Arduino</a:t>
            </a:r>
            <a:r>
              <a:rPr lang="en-US" sz="1400" dirty="0"/>
              <a:t> Serial </a:t>
            </a:r>
            <a:r>
              <a:rPr lang="en-US" sz="1400" dirty="0" smtClean="0"/>
              <a:t>Monitor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dirty="0" smtClean="0"/>
              <a:t>Useful </a:t>
            </a:r>
            <a:r>
              <a:rPr lang="en-US" sz="1400" dirty="0"/>
              <a:t>for </a:t>
            </a:r>
            <a:r>
              <a:rPr lang="en-US" sz="1400" b="1" dirty="0"/>
              <a:t>smart farming, home safety, greenhouses</a:t>
            </a:r>
            <a:r>
              <a:rPr lang="en-US" sz="1400" dirty="0"/>
              <a:t>, etc</a:t>
            </a:r>
            <a:r>
              <a:rPr lang="en-US" sz="1400" dirty="0" smtClean="0"/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endParaRPr lang="en-US" sz="1400" dirty="0"/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400" dirty="0" smtClean="0"/>
              <a:t>Can </a:t>
            </a:r>
            <a:r>
              <a:rPr lang="en-US" sz="1400" dirty="0"/>
              <a:t>be </a:t>
            </a:r>
            <a:r>
              <a:rPr lang="en-US" sz="1400" b="1" dirty="0"/>
              <a:t>extended or upgraded</a:t>
            </a:r>
            <a:r>
              <a:rPr lang="en-US" sz="1400" dirty="0"/>
              <a:t> easily (e.g., </a:t>
            </a:r>
            <a:r>
              <a:rPr lang="en-US" sz="1400" dirty="0" err="1"/>
              <a:t>IoT</a:t>
            </a:r>
            <a:r>
              <a:rPr lang="en-US" sz="1400" dirty="0"/>
              <a:t>, GSM)</a:t>
            </a:r>
          </a:p>
        </p:txBody>
      </p:sp>
    </p:spTree>
    <p:extLst>
      <p:ext uri="{BB962C8B-B14F-4D97-AF65-F5344CB8AC3E}">
        <p14:creationId xmlns:p14="http://schemas.microsoft.com/office/powerpoint/2010/main" val="3393411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9672" y="-108192"/>
            <a:ext cx="7524328" cy="884466"/>
          </a:xfrm>
        </p:spPr>
        <p:txBody>
          <a:bodyPr/>
          <a:lstStyle/>
          <a:p>
            <a:r>
              <a:rPr lang="en-US" altLang="ko-KR" sz="3200" dirty="0" smtClean="0">
                <a:solidFill>
                  <a:schemeClr val="accent5"/>
                </a:solidFill>
              </a:rPr>
              <a:t>Methodology</a:t>
            </a:r>
            <a:endParaRPr lang="ko-KR" altLang="en-US" sz="3200" dirty="0"/>
          </a:p>
        </p:txBody>
      </p:sp>
      <p:sp>
        <p:nvSpPr>
          <p:cNvPr id="49" name="Pentagon 48"/>
          <p:cNvSpPr/>
          <p:nvPr/>
        </p:nvSpPr>
        <p:spPr>
          <a:xfrm>
            <a:off x="2020402" y="650347"/>
            <a:ext cx="1228882" cy="628474"/>
          </a:xfrm>
          <a:prstGeom prst="homePlate">
            <a:avLst>
              <a:gd name="adj" fmla="val 5491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4" name="Rectangle 2"/>
          <p:cNvSpPr/>
          <p:nvPr/>
        </p:nvSpPr>
        <p:spPr>
          <a:xfrm>
            <a:off x="3028514" y="650347"/>
            <a:ext cx="5629158" cy="628474"/>
          </a:xfrm>
          <a:custGeom>
            <a:avLst/>
            <a:gdLst/>
            <a:ahLst/>
            <a:cxnLst/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396000" y="396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4" name="TextBox 53"/>
          <p:cNvSpPr txBox="1"/>
          <p:nvPr/>
        </p:nvSpPr>
        <p:spPr>
          <a:xfrm>
            <a:off x="2214773" y="729343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>
                <a:solidFill>
                  <a:schemeClr val="bg1"/>
                </a:solidFill>
                <a:cs typeface="Arial" pitchFamily="34" charset="0"/>
              </a:rPr>
              <a:t>01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3524770" y="702821"/>
            <a:ext cx="4845318" cy="607042"/>
            <a:chOff x="2299400" y="1781114"/>
            <a:chExt cx="4576856" cy="607042"/>
          </a:xfrm>
        </p:grpSpPr>
        <p:sp>
          <p:nvSpPr>
            <p:cNvPr id="60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/>
                <a:t>Parameter Selection</a:t>
              </a:r>
              <a:endParaRPr lang="en-US" altLang="ko-KR" sz="1200" b="1" dirty="0">
                <a:cs typeface="Arial" pitchFamily="34" charset="0"/>
              </a:endParaRPr>
            </a:p>
          </p:txBody>
        </p:sp>
        <p:sp>
          <p:nvSpPr>
            <p:cNvPr id="61" name="TextBox 12"/>
            <p:cNvSpPr txBox="1"/>
            <p:nvPr/>
          </p:nvSpPr>
          <p:spPr bwMode="auto">
            <a:xfrm>
              <a:off x="2299400" y="1988046"/>
              <a:ext cx="4576856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Key factors like soil moisture, temperature, humidity, gas, flame, and motion were chosen for monitoring.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43" name="Pentagon 42"/>
          <p:cNvSpPr/>
          <p:nvPr/>
        </p:nvSpPr>
        <p:spPr>
          <a:xfrm>
            <a:off x="2020402" y="1390051"/>
            <a:ext cx="1228882" cy="628474"/>
          </a:xfrm>
          <a:prstGeom prst="homePlate">
            <a:avLst>
              <a:gd name="adj" fmla="val 54918"/>
            </a:avLst>
          </a:prstGeom>
          <a:solidFill>
            <a:srgbClr val="1C7D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5" name="Rectangle 2"/>
          <p:cNvSpPr/>
          <p:nvPr/>
        </p:nvSpPr>
        <p:spPr>
          <a:xfrm>
            <a:off x="3028514" y="1390051"/>
            <a:ext cx="5629158" cy="628474"/>
          </a:xfrm>
          <a:custGeom>
            <a:avLst/>
            <a:gdLst/>
            <a:ahLst/>
            <a:cxnLst/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396000" y="396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1C7DE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6" name="TextBox 45"/>
          <p:cNvSpPr txBox="1"/>
          <p:nvPr/>
        </p:nvSpPr>
        <p:spPr>
          <a:xfrm>
            <a:off x="2214773" y="1469047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cs typeface="Arial" pitchFamily="34" charset="0"/>
              </a:rPr>
              <a:t>02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47" name="Group 46"/>
          <p:cNvGrpSpPr/>
          <p:nvPr/>
        </p:nvGrpSpPr>
        <p:grpSpPr>
          <a:xfrm>
            <a:off x="3524770" y="1442525"/>
            <a:ext cx="5007670" cy="559457"/>
            <a:chOff x="2299400" y="1781114"/>
            <a:chExt cx="4730213" cy="559457"/>
          </a:xfrm>
        </p:grpSpPr>
        <p:sp>
          <p:nvSpPr>
            <p:cNvPr id="48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/>
                <a:t>Component Selection</a:t>
              </a:r>
              <a:endParaRPr lang="en-US" altLang="ko-KR" sz="1200" b="1" dirty="0">
                <a:cs typeface="Arial" pitchFamily="34" charset="0"/>
              </a:endParaRPr>
            </a:p>
          </p:txBody>
        </p:sp>
        <p:sp>
          <p:nvSpPr>
            <p:cNvPr id="50" name="TextBox 12"/>
            <p:cNvSpPr txBox="1"/>
            <p:nvPr/>
          </p:nvSpPr>
          <p:spPr bwMode="auto">
            <a:xfrm>
              <a:off x="2299400" y="1940461"/>
              <a:ext cx="4730213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Appropriate sensors (DHT22, MQ-2, flame sensor, ultrasonic sensor, etc.) and </a:t>
              </a: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Arduino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UNO were selected.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1" name="Pentagon 50"/>
          <p:cNvSpPr/>
          <p:nvPr/>
        </p:nvSpPr>
        <p:spPr>
          <a:xfrm>
            <a:off x="2020402" y="2098054"/>
            <a:ext cx="1228882" cy="628474"/>
          </a:xfrm>
          <a:prstGeom prst="homePlate">
            <a:avLst>
              <a:gd name="adj" fmla="val 54918"/>
            </a:avLst>
          </a:prstGeom>
          <a:solidFill>
            <a:srgbClr val="F0762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2" name="Rectangle 2"/>
          <p:cNvSpPr/>
          <p:nvPr/>
        </p:nvSpPr>
        <p:spPr>
          <a:xfrm>
            <a:off x="3028514" y="2098054"/>
            <a:ext cx="5629158" cy="628474"/>
          </a:xfrm>
          <a:custGeom>
            <a:avLst/>
            <a:gdLst/>
            <a:ahLst/>
            <a:cxnLst/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396000" y="396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F0762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214773" y="2177050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cs typeface="Arial" pitchFamily="34" charset="0"/>
              </a:rPr>
              <a:t>03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55" name="Group 54"/>
          <p:cNvGrpSpPr/>
          <p:nvPr/>
        </p:nvGrpSpPr>
        <p:grpSpPr>
          <a:xfrm>
            <a:off x="3524770" y="2150528"/>
            <a:ext cx="4845318" cy="585394"/>
            <a:chOff x="2299400" y="1781114"/>
            <a:chExt cx="4576856" cy="585394"/>
          </a:xfrm>
        </p:grpSpPr>
        <p:sp>
          <p:nvSpPr>
            <p:cNvPr id="56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/>
                <a:t>Circuit Setup</a:t>
              </a:r>
              <a:endParaRPr lang="en-US" altLang="ko-KR" sz="1200" b="1" dirty="0">
                <a:cs typeface="Arial" pitchFamily="34" charset="0"/>
              </a:endParaRPr>
            </a:p>
          </p:txBody>
        </p:sp>
        <p:sp>
          <p:nvSpPr>
            <p:cNvPr id="57" name="TextBox 12"/>
            <p:cNvSpPr txBox="1"/>
            <p:nvPr/>
          </p:nvSpPr>
          <p:spPr bwMode="auto">
            <a:xfrm>
              <a:off x="2299400" y="1966398"/>
              <a:ext cx="4576856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Sensors were connected to the </a:t>
              </a: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Arduino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using a breadboard and jumper wires based on their input types.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58" name="Pentagon 57"/>
          <p:cNvSpPr/>
          <p:nvPr/>
        </p:nvSpPr>
        <p:spPr>
          <a:xfrm>
            <a:off x="2020402" y="2822600"/>
            <a:ext cx="1228882" cy="628474"/>
          </a:xfrm>
          <a:prstGeom prst="homePlate">
            <a:avLst>
              <a:gd name="adj" fmla="val 54918"/>
            </a:avLst>
          </a:prstGeom>
          <a:solidFill>
            <a:srgbClr val="F4B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2" name="Rectangle 2"/>
          <p:cNvSpPr/>
          <p:nvPr/>
        </p:nvSpPr>
        <p:spPr>
          <a:xfrm>
            <a:off x="3028514" y="2822600"/>
            <a:ext cx="5629158" cy="628474"/>
          </a:xfrm>
          <a:custGeom>
            <a:avLst/>
            <a:gdLst/>
            <a:ahLst/>
            <a:cxnLst/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396000" y="396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F4BD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3" name="TextBox 62"/>
          <p:cNvSpPr txBox="1"/>
          <p:nvPr/>
        </p:nvSpPr>
        <p:spPr>
          <a:xfrm>
            <a:off x="2214773" y="2901596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cs typeface="Arial" pitchFamily="34" charset="0"/>
              </a:rPr>
              <a:t>04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64" name="Group 63"/>
          <p:cNvGrpSpPr/>
          <p:nvPr/>
        </p:nvGrpSpPr>
        <p:grpSpPr>
          <a:xfrm>
            <a:off x="3524770" y="2875074"/>
            <a:ext cx="4845318" cy="573126"/>
            <a:chOff x="2299400" y="1781114"/>
            <a:chExt cx="4576856" cy="573126"/>
          </a:xfrm>
        </p:grpSpPr>
        <p:sp>
          <p:nvSpPr>
            <p:cNvPr id="65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/>
                <a:t>Programming</a:t>
              </a:r>
              <a:endParaRPr lang="en-US" altLang="ko-KR" sz="1200" b="1" dirty="0">
                <a:cs typeface="Arial" pitchFamily="34" charset="0"/>
              </a:endParaRPr>
            </a:p>
          </p:txBody>
        </p:sp>
        <p:sp>
          <p:nvSpPr>
            <p:cNvPr id="66" name="TextBox 12"/>
            <p:cNvSpPr txBox="1"/>
            <p:nvPr/>
          </p:nvSpPr>
          <p:spPr bwMode="auto">
            <a:xfrm>
              <a:off x="2299400" y="1954130"/>
              <a:ext cx="4576856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Arduino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was coded in the </a:t>
              </a:r>
              <a:r>
                <a:rPr lang="en-US" altLang="ko-KR" sz="10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Arduino</a:t>
              </a: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IDE using required libraries. Thresholds were set for each sensor, and buzzer logic was added.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67" name="Pentagon 66"/>
          <p:cNvSpPr/>
          <p:nvPr/>
        </p:nvSpPr>
        <p:spPr>
          <a:xfrm>
            <a:off x="2020402" y="3524768"/>
            <a:ext cx="1228882" cy="628474"/>
          </a:xfrm>
          <a:prstGeom prst="homePlate">
            <a:avLst>
              <a:gd name="adj" fmla="val 54918"/>
            </a:avLst>
          </a:prstGeom>
          <a:solidFill>
            <a:srgbClr val="1ED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8" name="Rectangle 2"/>
          <p:cNvSpPr/>
          <p:nvPr/>
        </p:nvSpPr>
        <p:spPr>
          <a:xfrm>
            <a:off x="3028514" y="3524768"/>
            <a:ext cx="5629158" cy="628474"/>
          </a:xfrm>
          <a:custGeom>
            <a:avLst/>
            <a:gdLst/>
            <a:ahLst/>
            <a:cxnLst/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396000" y="396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1ED4D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69" name="TextBox 68"/>
          <p:cNvSpPr txBox="1"/>
          <p:nvPr/>
        </p:nvSpPr>
        <p:spPr>
          <a:xfrm>
            <a:off x="2214773" y="3603764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cs typeface="Arial" pitchFamily="34" charset="0"/>
              </a:rPr>
              <a:t>05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70" name="Group 69"/>
          <p:cNvGrpSpPr/>
          <p:nvPr/>
        </p:nvGrpSpPr>
        <p:grpSpPr>
          <a:xfrm>
            <a:off x="3524770" y="3577242"/>
            <a:ext cx="4845318" cy="453153"/>
            <a:chOff x="2299400" y="1781114"/>
            <a:chExt cx="4576856" cy="453153"/>
          </a:xfrm>
        </p:grpSpPr>
        <p:sp>
          <p:nvSpPr>
            <p:cNvPr id="71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/>
                <a:t>Testing</a:t>
              </a:r>
              <a:endParaRPr lang="en-US" altLang="ko-KR" sz="1200" b="1" dirty="0">
                <a:cs typeface="Arial" pitchFamily="34" charset="0"/>
              </a:endParaRPr>
            </a:p>
          </p:txBody>
        </p:sp>
        <p:sp>
          <p:nvSpPr>
            <p:cNvPr id="72" name="TextBox 12"/>
            <p:cNvSpPr txBox="1"/>
            <p:nvPr/>
          </p:nvSpPr>
          <p:spPr bwMode="auto">
            <a:xfrm>
              <a:off x="2299400" y="1988046"/>
              <a:ext cx="4576856" cy="246221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Each sensor was tested and calibrated to ensure accurate readings.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73" name="Pentagon 72"/>
          <p:cNvSpPr/>
          <p:nvPr/>
        </p:nvSpPr>
        <p:spPr>
          <a:xfrm>
            <a:off x="2020402" y="4228148"/>
            <a:ext cx="1228882" cy="628474"/>
          </a:xfrm>
          <a:prstGeom prst="homePlate">
            <a:avLst>
              <a:gd name="adj" fmla="val 54918"/>
            </a:avLst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4" name="Rectangle 2"/>
          <p:cNvSpPr/>
          <p:nvPr/>
        </p:nvSpPr>
        <p:spPr>
          <a:xfrm>
            <a:off x="3028514" y="4228148"/>
            <a:ext cx="5629158" cy="628474"/>
          </a:xfrm>
          <a:custGeom>
            <a:avLst/>
            <a:gdLst/>
            <a:ahLst/>
            <a:cxnLst/>
            <a:rect l="l" t="t" r="r" b="b"/>
            <a:pathLst>
              <a:path w="6460280" h="792000">
                <a:moveTo>
                  <a:pt x="0" y="0"/>
                </a:moveTo>
                <a:lnTo>
                  <a:pt x="6460280" y="0"/>
                </a:lnTo>
                <a:lnTo>
                  <a:pt x="6460280" y="792000"/>
                </a:lnTo>
                <a:lnTo>
                  <a:pt x="0" y="792000"/>
                </a:lnTo>
                <a:lnTo>
                  <a:pt x="396000" y="396000"/>
                </a:lnTo>
                <a:close/>
              </a:path>
            </a:pathLst>
          </a:cu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75" name="TextBox 74"/>
          <p:cNvSpPr txBox="1"/>
          <p:nvPr/>
        </p:nvSpPr>
        <p:spPr>
          <a:xfrm>
            <a:off x="2214773" y="4307144"/>
            <a:ext cx="604639" cy="43088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800" b="1" dirty="0" smtClean="0">
                <a:solidFill>
                  <a:schemeClr val="bg1"/>
                </a:solidFill>
                <a:cs typeface="Arial" pitchFamily="34" charset="0"/>
              </a:rPr>
              <a:t>06</a:t>
            </a:r>
            <a:endParaRPr lang="en-US" altLang="ko-KR" sz="2800" b="1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76" name="Group 75"/>
          <p:cNvGrpSpPr/>
          <p:nvPr/>
        </p:nvGrpSpPr>
        <p:grpSpPr>
          <a:xfrm>
            <a:off x="3524770" y="4280622"/>
            <a:ext cx="4845318" cy="576000"/>
            <a:chOff x="2299400" y="1781114"/>
            <a:chExt cx="4576856" cy="576000"/>
          </a:xfrm>
        </p:grpSpPr>
        <p:sp>
          <p:nvSpPr>
            <p:cNvPr id="77" name="TextBox 10"/>
            <p:cNvSpPr txBox="1"/>
            <p:nvPr/>
          </p:nvSpPr>
          <p:spPr bwMode="auto">
            <a:xfrm>
              <a:off x="2299400" y="1781114"/>
              <a:ext cx="4576856" cy="276999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sz="1200" b="1" dirty="0"/>
                <a:t>Final Integration</a:t>
              </a:r>
              <a:endParaRPr lang="en-US" altLang="ko-KR" sz="1200" b="1" dirty="0">
                <a:cs typeface="Arial" pitchFamily="34" charset="0"/>
              </a:endParaRPr>
            </a:p>
          </p:txBody>
        </p:sp>
        <p:sp>
          <p:nvSpPr>
            <p:cNvPr id="78" name="TextBox 12"/>
            <p:cNvSpPr txBox="1"/>
            <p:nvPr/>
          </p:nvSpPr>
          <p:spPr bwMode="auto">
            <a:xfrm>
              <a:off x="2299400" y="1957004"/>
              <a:ext cx="4576856" cy="400110"/>
            </a:xfrm>
            <a:prstGeom prst="rect">
              <a:avLst/>
            </a:prstGeom>
            <a:noFill/>
            <a:effectLst/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en-US" altLang="ko-KR" sz="10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All sensors were combined into one working system. The buzzer was tested, and live data was observed via the Serial Monitor.</a:t>
              </a:r>
              <a:endParaRPr lang="ko-KR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19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Circuit Diagram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6487" t="18965" r="108" b="6896"/>
          <a:stretch/>
        </p:blipFill>
        <p:spPr>
          <a:xfrm>
            <a:off x="2141476" y="1131590"/>
            <a:ext cx="6480719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84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>
                <a:solidFill>
                  <a:schemeClr val="accent5"/>
                </a:solidFill>
              </a:rPr>
              <a:t>Applications</a:t>
            </a:r>
            <a:endParaRPr lang="ko-KR" altLang="en-US" sz="3200" dirty="0"/>
          </a:p>
        </p:txBody>
      </p:sp>
      <p:sp>
        <p:nvSpPr>
          <p:cNvPr id="3" name="Right Triangle 2"/>
          <p:cNvSpPr/>
          <p:nvPr/>
        </p:nvSpPr>
        <p:spPr>
          <a:xfrm rot="5400000">
            <a:off x="7536527" y="642297"/>
            <a:ext cx="792090" cy="986409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" name="Right Triangle 8"/>
          <p:cNvSpPr/>
          <p:nvPr/>
        </p:nvSpPr>
        <p:spPr>
          <a:xfrm rot="5400000">
            <a:off x="6576058" y="1411807"/>
            <a:ext cx="792090" cy="986409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" name="Right Triangle 9"/>
          <p:cNvSpPr/>
          <p:nvPr/>
        </p:nvSpPr>
        <p:spPr>
          <a:xfrm rot="5400000">
            <a:off x="5589649" y="2193054"/>
            <a:ext cx="792090" cy="986409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1" name="Right Triangle 10"/>
          <p:cNvSpPr/>
          <p:nvPr/>
        </p:nvSpPr>
        <p:spPr>
          <a:xfrm rot="5400000">
            <a:off x="4608003" y="2973554"/>
            <a:ext cx="792090" cy="986409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Rectangle 9"/>
          <p:cNvSpPr/>
          <p:nvPr/>
        </p:nvSpPr>
        <p:spPr>
          <a:xfrm>
            <a:off x="5207760" y="3460847"/>
            <a:ext cx="332123" cy="31089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Oval 21"/>
          <p:cNvSpPr>
            <a:spLocks noChangeAspect="1"/>
          </p:cNvSpPr>
          <p:nvPr/>
        </p:nvSpPr>
        <p:spPr>
          <a:xfrm>
            <a:off x="8034487" y="1136988"/>
            <a:ext cx="391290" cy="394559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4" name="Rectangle 16"/>
          <p:cNvSpPr/>
          <p:nvPr/>
        </p:nvSpPr>
        <p:spPr>
          <a:xfrm rot="1795255">
            <a:off x="7166539" y="1893111"/>
            <a:ext cx="298553" cy="535251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Rounded Rectangle 7"/>
          <p:cNvSpPr/>
          <p:nvPr/>
        </p:nvSpPr>
        <p:spPr>
          <a:xfrm>
            <a:off x="6152409" y="2789926"/>
            <a:ext cx="358474" cy="30935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16" name="Group 15"/>
          <p:cNvGrpSpPr/>
          <p:nvPr/>
        </p:nvGrpSpPr>
        <p:grpSpPr>
          <a:xfrm>
            <a:off x="4355976" y="771550"/>
            <a:ext cx="3021115" cy="858180"/>
            <a:chOff x="2113657" y="4283314"/>
            <a:chExt cx="3647460" cy="858180"/>
          </a:xfrm>
        </p:grpSpPr>
        <p:sp>
          <p:nvSpPr>
            <p:cNvPr id="17" name="TextBox 16"/>
            <p:cNvSpPr txBox="1"/>
            <p:nvPr/>
          </p:nvSpPr>
          <p:spPr>
            <a:xfrm>
              <a:off x="2113657" y="4495163"/>
              <a:ext cx="364745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 smtClean="0"/>
                <a:t>Helps </a:t>
              </a:r>
              <a:r>
                <a:rPr lang="en-US" sz="1200" dirty="0"/>
                <a:t>monitor soil moisture, temperature, and humidity for better crop management.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b="1" dirty="0"/>
                <a:t>Smart Agriculture</a:t>
              </a:r>
              <a:r>
                <a:rPr lang="en-US" sz="1200" dirty="0"/>
                <a:t>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038490" y="1533619"/>
            <a:ext cx="2373043" cy="673514"/>
            <a:chOff x="2113657" y="4283314"/>
            <a:chExt cx="3647460" cy="673514"/>
          </a:xfrm>
        </p:grpSpPr>
        <p:sp>
          <p:nvSpPr>
            <p:cNvPr id="20" name="TextBox 19"/>
            <p:cNvSpPr txBox="1"/>
            <p:nvPr/>
          </p:nvSpPr>
          <p:spPr>
            <a:xfrm>
              <a:off x="2113657" y="4495163"/>
              <a:ext cx="36474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Detects fire, gas leaks, and intrusions to prevent accidents.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Home Safety Systems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3038428" y="2330192"/>
            <a:ext cx="2373043" cy="673514"/>
            <a:chOff x="2113657" y="4283314"/>
            <a:chExt cx="3647460" cy="673514"/>
          </a:xfrm>
        </p:grpSpPr>
        <p:sp>
          <p:nvSpPr>
            <p:cNvPr id="23" name="TextBox 22"/>
            <p:cNvSpPr txBox="1"/>
            <p:nvPr/>
          </p:nvSpPr>
          <p:spPr>
            <a:xfrm>
              <a:off x="2113657" y="4495163"/>
              <a:ext cx="36474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Maintains optimal conditions for plant growth.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Greenhouse Monitoring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064244" y="3135391"/>
            <a:ext cx="2373043" cy="673514"/>
            <a:chOff x="2113657" y="4283314"/>
            <a:chExt cx="3647460" cy="673514"/>
          </a:xfrm>
        </p:grpSpPr>
        <p:sp>
          <p:nvSpPr>
            <p:cNvPr id="26" name="TextBox 25"/>
            <p:cNvSpPr txBox="1"/>
            <p:nvPr/>
          </p:nvSpPr>
          <p:spPr>
            <a:xfrm>
              <a:off x="2113657" y="4495163"/>
              <a:ext cx="36474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Can be used to detect gas leaks or overheating in factories.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Industrial Safety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7490861" y="773412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05058" y="1551353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19255" y="2329294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3452" y="3107236"/>
            <a:ext cx="470598" cy="307777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04</a:t>
            </a:r>
          </a:p>
        </p:txBody>
      </p:sp>
      <p:sp>
        <p:nvSpPr>
          <p:cNvPr id="34" name="Right Triangle 33"/>
          <p:cNvSpPr/>
          <p:nvPr/>
        </p:nvSpPr>
        <p:spPr>
          <a:xfrm rot="5400000">
            <a:off x="3621593" y="3765645"/>
            <a:ext cx="792090" cy="986409"/>
          </a:xfrm>
          <a:prstGeom prst="rtTriangl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5" name="Oval 21"/>
          <p:cNvSpPr>
            <a:spLocks noChangeAspect="1"/>
          </p:cNvSpPr>
          <p:nvPr/>
        </p:nvSpPr>
        <p:spPr>
          <a:xfrm>
            <a:off x="4068991" y="4206437"/>
            <a:ext cx="391290" cy="394559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1490300" y="3893428"/>
            <a:ext cx="209544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 b="1" dirty="0"/>
              <a:t>Environmental Monitoring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0260" y="4134864"/>
            <a:ext cx="273533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 dirty="0"/>
              <a:t>Useful for real-time tracking of basic environmental conditions.</a:t>
            </a:r>
          </a:p>
        </p:txBody>
      </p:sp>
    </p:spTree>
    <p:extLst>
      <p:ext uri="{BB962C8B-B14F-4D97-AF65-F5344CB8AC3E}">
        <p14:creationId xmlns:p14="http://schemas.microsoft.com/office/powerpoint/2010/main" val="3156862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>
                <a:solidFill>
                  <a:schemeClr val="accent5"/>
                </a:solidFill>
              </a:rPr>
              <a:t>Limitations &amp; </a:t>
            </a:r>
            <a:r>
              <a:rPr lang="en-US" altLang="ko-KR" sz="3200" dirty="0" smtClean="0">
                <a:solidFill>
                  <a:schemeClr val="accent5"/>
                </a:solidFill>
              </a:rPr>
              <a:t>Challenges</a:t>
            </a:r>
            <a:endParaRPr lang="ko-KR" altLang="en-US" sz="3200" dirty="0"/>
          </a:p>
        </p:txBody>
      </p:sp>
      <p:sp>
        <p:nvSpPr>
          <p:cNvPr id="3" name="Frame 2"/>
          <p:cNvSpPr/>
          <p:nvPr/>
        </p:nvSpPr>
        <p:spPr>
          <a:xfrm rot="18900000">
            <a:off x="3534429" y="1664412"/>
            <a:ext cx="2075142" cy="2075142"/>
          </a:xfrm>
          <a:prstGeom prst="frame">
            <a:avLst>
              <a:gd name="adj1" fmla="val 551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758972" y="2499742"/>
            <a:ext cx="16260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Limitations &amp; Challenges</a:t>
            </a:r>
            <a:endParaRPr lang="ko-KR" altLang="en-US" sz="16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" name="Block Arc 14"/>
          <p:cNvSpPr/>
          <p:nvPr/>
        </p:nvSpPr>
        <p:spPr>
          <a:xfrm rot="16200000">
            <a:off x="4296809" y="1914860"/>
            <a:ext cx="550383" cy="550745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3169515" y="1383718"/>
            <a:ext cx="900000" cy="9000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Oval 11"/>
          <p:cNvSpPr/>
          <p:nvPr/>
        </p:nvSpPr>
        <p:spPr>
          <a:xfrm>
            <a:off x="5080271" y="1383718"/>
            <a:ext cx="900000" cy="900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3" name="Oval 12"/>
          <p:cNvSpPr/>
          <p:nvPr/>
        </p:nvSpPr>
        <p:spPr>
          <a:xfrm>
            <a:off x="3169515" y="3139188"/>
            <a:ext cx="900000" cy="900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4" name="Oval 13"/>
          <p:cNvSpPr/>
          <p:nvPr/>
        </p:nvSpPr>
        <p:spPr>
          <a:xfrm>
            <a:off x="5080271" y="3139188"/>
            <a:ext cx="900000" cy="9000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Rectangle 9"/>
          <p:cNvSpPr/>
          <p:nvPr/>
        </p:nvSpPr>
        <p:spPr>
          <a:xfrm>
            <a:off x="3469834" y="3433739"/>
            <a:ext cx="332123" cy="310897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Oval 21"/>
          <p:cNvSpPr>
            <a:spLocks noChangeAspect="1"/>
          </p:cNvSpPr>
          <p:nvPr/>
        </p:nvSpPr>
        <p:spPr>
          <a:xfrm>
            <a:off x="3424727" y="1636437"/>
            <a:ext cx="391290" cy="394559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8" name="Rectangle 16"/>
          <p:cNvSpPr/>
          <p:nvPr/>
        </p:nvSpPr>
        <p:spPr>
          <a:xfrm rot="1795255">
            <a:off x="5406274" y="1566092"/>
            <a:ext cx="298553" cy="535251"/>
          </a:xfrm>
          <a:custGeom>
            <a:avLst/>
            <a:gdLst/>
            <a:ahLst/>
            <a:cxnLst/>
            <a:rect l="l" t="t" r="r" b="b"/>
            <a:pathLst>
              <a:path w="2232248" h="4001999">
                <a:moveTo>
                  <a:pt x="1116887" y="0"/>
                </a:moveTo>
                <a:cubicBezTo>
                  <a:pt x="1270748" y="4762"/>
                  <a:pt x="1433283" y="120651"/>
                  <a:pt x="1447291" y="308459"/>
                </a:cubicBezTo>
                <a:cubicBezTo>
                  <a:pt x="1483174" y="544979"/>
                  <a:pt x="1283237" y="603082"/>
                  <a:pt x="1339988" y="887363"/>
                </a:cubicBezTo>
                <a:lnTo>
                  <a:pt x="2232248" y="887363"/>
                </a:lnTo>
                <a:lnTo>
                  <a:pt x="2232248" y="1778237"/>
                </a:lnTo>
                <a:cubicBezTo>
                  <a:pt x="1956566" y="1829261"/>
                  <a:pt x="1897086" y="1634366"/>
                  <a:pt x="1663321" y="1669832"/>
                </a:cubicBezTo>
                <a:cubicBezTo>
                  <a:pt x="1475513" y="1683840"/>
                  <a:pt x="1359624" y="1846375"/>
                  <a:pt x="1354862" y="2000236"/>
                </a:cubicBezTo>
                <a:cubicBezTo>
                  <a:pt x="1358037" y="2135389"/>
                  <a:pt x="1477787" y="2334920"/>
                  <a:pt x="1701420" y="2336507"/>
                </a:cubicBezTo>
                <a:cubicBezTo>
                  <a:pt x="1972077" y="2308709"/>
                  <a:pt x="1932339" y="2176007"/>
                  <a:pt x="2232248" y="2187989"/>
                </a:cubicBezTo>
                <a:lnTo>
                  <a:pt x="2232248" y="3119611"/>
                </a:lnTo>
                <a:lnTo>
                  <a:pt x="1303259" y="3119611"/>
                </a:lnTo>
                <a:cubicBezTo>
                  <a:pt x="1289664" y="3424971"/>
                  <a:pt x="1423682" y="3383289"/>
                  <a:pt x="1451633" y="3655441"/>
                </a:cubicBezTo>
                <a:cubicBezTo>
                  <a:pt x="1450046" y="3879074"/>
                  <a:pt x="1250515" y="3998824"/>
                  <a:pt x="1115362" y="4001999"/>
                </a:cubicBezTo>
                <a:cubicBezTo>
                  <a:pt x="961501" y="3997237"/>
                  <a:pt x="798966" y="3881348"/>
                  <a:pt x="784958" y="3693540"/>
                </a:cubicBezTo>
                <a:cubicBezTo>
                  <a:pt x="749282" y="3458385"/>
                  <a:pt x="946712" y="3399594"/>
                  <a:pt x="892811" y="3119611"/>
                </a:cubicBezTo>
                <a:lnTo>
                  <a:pt x="0" y="3119611"/>
                </a:lnTo>
                <a:lnTo>
                  <a:pt x="0" y="2203607"/>
                </a:lnTo>
                <a:cubicBezTo>
                  <a:pt x="285884" y="2145799"/>
                  <a:pt x="343730" y="2346665"/>
                  <a:pt x="580754" y="2310706"/>
                </a:cubicBezTo>
                <a:cubicBezTo>
                  <a:pt x="768562" y="2296698"/>
                  <a:pt x="884451" y="2134163"/>
                  <a:pt x="889213" y="1980302"/>
                </a:cubicBezTo>
                <a:cubicBezTo>
                  <a:pt x="886038" y="1845149"/>
                  <a:pt x="766288" y="1645618"/>
                  <a:pt x="542655" y="1644031"/>
                </a:cubicBezTo>
                <a:cubicBezTo>
                  <a:pt x="268493" y="1672188"/>
                  <a:pt x="312817" y="1807984"/>
                  <a:pt x="0" y="1792208"/>
                </a:cubicBezTo>
                <a:lnTo>
                  <a:pt x="0" y="887363"/>
                </a:lnTo>
                <a:lnTo>
                  <a:pt x="928847" y="887363"/>
                </a:lnTo>
                <a:cubicBezTo>
                  <a:pt x="944034" y="576570"/>
                  <a:pt x="808718" y="620178"/>
                  <a:pt x="780616" y="346558"/>
                </a:cubicBezTo>
                <a:cubicBezTo>
                  <a:pt x="782203" y="122925"/>
                  <a:pt x="981734" y="3175"/>
                  <a:pt x="111688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9" name="Rounded Rectangle 7"/>
          <p:cNvSpPr/>
          <p:nvPr/>
        </p:nvSpPr>
        <p:spPr>
          <a:xfrm>
            <a:off x="5376314" y="3433739"/>
            <a:ext cx="358474" cy="30935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20" name="Group 19"/>
          <p:cNvGrpSpPr/>
          <p:nvPr/>
        </p:nvGrpSpPr>
        <p:grpSpPr>
          <a:xfrm>
            <a:off x="6228184" y="1208614"/>
            <a:ext cx="2375816" cy="708252"/>
            <a:chOff x="7164288" y="856926"/>
            <a:chExt cx="1439711" cy="708252"/>
          </a:xfrm>
        </p:grpSpPr>
        <p:sp>
          <p:nvSpPr>
            <p:cNvPr id="21" name="TextBox 20"/>
            <p:cNvSpPr txBox="1"/>
            <p:nvPr/>
          </p:nvSpPr>
          <p:spPr>
            <a:xfrm>
              <a:off x="7164288" y="856926"/>
              <a:ext cx="14397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No data storage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164288" y="1103513"/>
              <a:ext cx="14397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Sensor data is not saved for later analysis.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228184" y="2792129"/>
            <a:ext cx="2528990" cy="1480422"/>
            <a:chOff x="7159010" y="856926"/>
            <a:chExt cx="1532532" cy="1480422"/>
          </a:xfrm>
        </p:grpSpPr>
        <p:sp>
          <p:nvSpPr>
            <p:cNvPr id="24" name="TextBox 23"/>
            <p:cNvSpPr txBox="1"/>
            <p:nvPr/>
          </p:nvSpPr>
          <p:spPr>
            <a:xfrm>
              <a:off x="7164288" y="856926"/>
              <a:ext cx="15272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Power dependency </a:t>
              </a:r>
              <a:r>
                <a:rPr lang="en-US" altLang="ko-KR" sz="12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&amp; Environmental 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sensitivity  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7159010" y="1321685"/>
              <a:ext cx="14397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System needs constant power; no battery backup included. Sensors may need recalibration in different conditions (humidity, dust, etc.).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67544" y="1234636"/>
            <a:ext cx="2375816" cy="892918"/>
            <a:chOff x="7164288" y="856926"/>
            <a:chExt cx="1439711" cy="892918"/>
          </a:xfrm>
        </p:grpSpPr>
        <p:sp>
          <p:nvSpPr>
            <p:cNvPr id="27" name="TextBox 26"/>
            <p:cNvSpPr txBox="1"/>
            <p:nvPr/>
          </p:nvSpPr>
          <p:spPr>
            <a:xfrm>
              <a:off x="7164288" y="856926"/>
              <a:ext cx="14397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No remote notifications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164288" y="1103513"/>
              <a:ext cx="143971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dirty="0"/>
                <a:t>The system only gives local alerts via a buzzer (no SMS or app notification).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67544" y="2983315"/>
            <a:ext cx="2375816" cy="708252"/>
            <a:chOff x="7164288" y="856926"/>
            <a:chExt cx="1439711" cy="708252"/>
          </a:xfrm>
        </p:grpSpPr>
        <p:sp>
          <p:nvSpPr>
            <p:cNvPr id="30" name="TextBox 29"/>
            <p:cNvSpPr txBox="1"/>
            <p:nvPr/>
          </p:nvSpPr>
          <p:spPr>
            <a:xfrm>
              <a:off x="7164288" y="856926"/>
              <a:ext cx="143971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Limited range of sensors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164288" y="1103513"/>
              <a:ext cx="143971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Ultrasonic and gas sensors have short detection </a:t>
              </a:r>
              <a:r>
                <a:rPr lang="en-US" altLang="ko-KR" sz="12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ranges.  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244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>
                <a:solidFill>
                  <a:schemeClr val="accent5"/>
                </a:solidFill>
              </a:rPr>
              <a:t>Future </a:t>
            </a:r>
            <a:r>
              <a:rPr lang="en-US" altLang="ko-KR" sz="3200" dirty="0">
                <a:solidFill>
                  <a:schemeClr val="tx1"/>
                </a:solidFill>
              </a:rPr>
              <a:t>Scope</a:t>
            </a:r>
            <a:endParaRPr lang="ko-KR" altLang="en-US" sz="3200" dirty="0">
              <a:solidFill>
                <a:schemeClr val="tx1"/>
              </a:solidFill>
            </a:endParaRPr>
          </a:p>
        </p:txBody>
      </p:sp>
      <p:sp>
        <p:nvSpPr>
          <p:cNvPr id="9" name="Rounded Rectangle 6"/>
          <p:cNvSpPr/>
          <p:nvPr/>
        </p:nvSpPr>
        <p:spPr>
          <a:xfrm>
            <a:off x="6379072" y="2985099"/>
            <a:ext cx="574855" cy="584447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1" name="Rounded Rectangle 27"/>
          <p:cNvSpPr/>
          <p:nvPr/>
        </p:nvSpPr>
        <p:spPr>
          <a:xfrm>
            <a:off x="815234" y="3214295"/>
            <a:ext cx="643005" cy="493915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Rounded Rectangle 7"/>
          <p:cNvSpPr/>
          <p:nvPr/>
        </p:nvSpPr>
        <p:spPr>
          <a:xfrm>
            <a:off x="877776" y="1007994"/>
            <a:ext cx="653737" cy="56416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3" name="Donut 39"/>
          <p:cNvSpPr/>
          <p:nvPr/>
        </p:nvSpPr>
        <p:spPr>
          <a:xfrm>
            <a:off x="6377446" y="842309"/>
            <a:ext cx="653735" cy="653735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Rectangle 16"/>
          <p:cNvSpPr/>
          <p:nvPr/>
        </p:nvSpPr>
        <p:spPr>
          <a:xfrm>
            <a:off x="3635896" y="2067046"/>
            <a:ext cx="653736" cy="429644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533540" y="1665561"/>
            <a:ext cx="25198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Adding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WiFi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or GSM modules to send alerts to mobile devices or cloud platforms.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7575" y="1049628"/>
            <a:ext cx="1508038" cy="492443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IoT</a:t>
            </a:r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Integration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7575" y="3246544"/>
            <a:ext cx="1808322" cy="492443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en-US" altLang="ko-KR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LCD/OLED Display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89" y="3804626"/>
            <a:ext cx="2519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Displaying sensor data directly on a screen for easier monitoring.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491880" y="2603073"/>
            <a:ext cx="2626482" cy="673514"/>
            <a:chOff x="2113657" y="4283314"/>
            <a:chExt cx="3647460" cy="673514"/>
          </a:xfrm>
        </p:grpSpPr>
        <p:sp>
          <p:nvSpPr>
            <p:cNvPr id="20" name="TextBox 19"/>
            <p:cNvSpPr txBox="1"/>
            <p:nvPr/>
          </p:nvSpPr>
          <p:spPr>
            <a:xfrm>
              <a:off x="2113657" y="4495163"/>
              <a:ext cx="3647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Making the system energy-efficient and usable in remote areas.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Solar Power Support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6305438" y="1495383"/>
            <a:ext cx="2626482" cy="673514"/>
            <a:chOff x="2113657" y="4283314"/>
            <a:chExt cx="3647460" cy="673514"/>
          </a:xfrm>
        </p:grpSpPr>
        <p:sp>
          <p:nvSpPr>
            <p:cNvPr id="26" name="TextBox 25"/>
            <p:cNvSpPr txBox="1"/>
            <p:nvPr/>
          </p:nvSpPr>
          <p:spPr>
            <a:xfrm>
              <a:off x="2113657" y="4495163"/>
              <a:ext cx="36474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Building an app to control and view sensor data remotely.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Mobile App Interface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8" name="Group 27"/>
          <p:cNvGrpSpPr/>
          <p:nvPr/>
        </p:nvGrpSpPr>
        <p:grpSpPr>
          <a:xfrm>
            <a:off x="6305438" y="3638173"/>
            <a:ext cx="2626482" cy="858180"/>
            <a:chOff x="2113657" y="4283314"/>
            <a:chExt cx="3647460" cy="858180"/>
          </a:xfrm>
        </p:grpSpPr>
        <p:sp>
          <p:nvSpPr>
            <p:cNvPr id="29" name="TextBox 28"/>
            <p:cNvSpPr txBox="1"/>
            <p:nvPr/>
          </p:nvSpPr>
          <p:spPr>
            <a:xfrm>
              <a:off x="2113657" y="4495163"/>
              <a:ext cx="3647459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Using data patterns to predict environmental risks or automate decisions.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113658" y="4283314"/>
              <a:ext cx="364745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Machine Learning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132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 smtClean="0">
                <a:solidFill>
                  <a:schemeClr val="accent5"/>
                </a:solidFill>
              </a:rPr>
              <a:t>TimeLine</a:t>
            </a:r>
            <a:endParaRPr lang="ko-KR" altLang="en-US" sz="32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614543" y="1168566"/>
            <a:ext cx="8102362" cy="1552788"/>
            <a:chOff x="541393" y="1168566"/>
            <a:chExt cx="8102362" cy="1552788"/>
          </a:xfrm>
        </p:grpSpPr>
        <p:sp>
          <p:nvSpPr>
            <p:cNvPr id="3" name="Chevron 2"/>
            <p:cNvSpPr/>
            <p:nvPr/>
          </p:nvSpPr>
          <p:spPr>
            <a:xfrm>
              <a:off x="541393" y="1558628"/>
              <a:ext cx="1428225" cy="772664"/>
            </a:xfrm>
            <a:prstGeom prst="chevron">
              <a:avLst>
                <a:gd name="adj" fmla="val 44855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Chevron 8"/>
            <p:cNvSpPr/>
            <p:nvPr/>
          </p:nvSpPr>
          <p:spPr>
            <a:xfrm>
              <a:off x="1761977" y="1558628"/>
              <a:ext cx="1428225" cy="772664"/>
            </a:xfrm>
            <a:prstGeom prst="chevron">
              <a:avLst>
                <a:gd name="adj" fmla="val 4485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Chevron 9"/>
            <p:cNvSpPr/>
            <p:nvPr/>
          </p:nvSpPr>
          <p:spPr>
            <a:xfrm>
              <a:off x="2982561" y="1558628"/>
              <a:ext cx="1428225" cy="772664"/>
            </a:xfrm>
            <a:prstGeom prst="chevron">
              <a:avLst>
                <a:gd name="adj" fmla="val 44855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Chevron 10"/>
            <p:cNvSpPr/>
            <p:nvPr/>
          </p:nvSpPr>
          <p:spPr>
            <a:xfrm>
              <a:off x="4203145" y="1558628"/>
              <a:ext cx="1428225" cy="772664"/>
            </a:xfrm>
            <a:prstGeom prst="chevron">
              <a:avLst>
                <a:gd name="adj" fmla="val 44855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Chevron 11"/>
            <p:cNvSpPr/>
            <p:nvPr/>
          </p:nvSpPr>
          <p:spPr>
            <a:xfrm>
              <a:off x="5423729" y="1558628"/>
              <a:ext cx="1428225" cy="772664"/>
            </a:xfrm>
            <a:prstGeom prst="chevron">
              <a:avLst>
                <a:gd name="adj" fmla="val 44855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Up Arrow 7"/>
            <p:cNvSpPr/>
            <p:nvPr/>
          </p:nvSpPr>
          <p:spPr>
            <a:xfrm rot="5400000">
              <a:off x="6859530" y="937129"/>
              <a:ext cx="1552788" cy="2015662"/>
            </a:xfrm>
            <a:custGeom>
              <a:avLst/>
              <a:gdLst/>
              <a:ahLst/>
              <a:cxnLst/>
              <a:rect l="l" t="t" r="r" b="b"/>
              <a:pathLst>
                <a:path w="1552788" h="2015662">
                  <a:moveTo>
                    <a:pt x="0" y="736643"/>
                  </a:moveTo>
                  <a:lnTo>
                    <a:pt x="776394" y="0"/>
                  </a:lnTo>
                  <a:lnTo>
                    <a:pt x="1552788" y="736643"/>
                  </a:lnTo>
                  <a:lnTo>
                    <a:pt x="1164591" y="736643"/>
                  </a:lnTo>
                  <a:lnTo>
                    <a:pt x="1164591" y="2015662"/>
                  </a:lnTo>
                  <a:lnTo>
                    <a:pt x="1162556" y="2015662"/>
                  </a:lnTo>
                  <a:lnTo>
                    <a:pt x="776394" y="1669237"/>
                  </a:lnTo>
                  <a:lnTo>
                    <a:pt x="390233" y="2015662"/>
                  </a:lnTo>
                  <a:lnTo>
                    <a:pt x="388197" y="2015662"/>
                  </a:lnTo>
                  <a:lnTo>
                    <a:pt x="388197" y="73664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sp>
        <p:nvSpPr>
          <p:cNvPr id="16" name="Rounded Rectangle 6"/>
          <p:cNvSpPr/>
          <p:nvPr/>
        </p:nvSpPr>
        <p:spPr>
          <a:xfrm>
            <a:off x="6092771" y="1749804"/>
            <a:ext cx="383905" cy="390311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7" name="Rectangle 36"/>
          <p:cNvSpPr/>
          <p:nvPr/>
        </p:nvSpPr>
        <p:spPr>
          <a:xfrm>
            <a:off x="2422563" y="1784502"/>
            <a:ext cx="383904" cy="320914"/>
          </a:xfrm>
          <a:custGeom>
            <a:avLst/>
            <a:gdLst/>
            <a:ahLst/>
            <a:cxnLst/>
            <a:rect l="l" t="t" r="r" b="b"/>
            <a:pathLst>
              <a:path w="3186824" h="2663936">
                <a:moveTo>
                  <a:pt x="2624444" y="2376100"/>
                </a:moveTo>
                <a:lnTo>
                  <a:pt x="2624444" y="2520100"/>
                </a:lnTo>
                <a:lnTo>
                  <a:pt x="2952463" y="2520100"/>
                </a:lnTo>
                <a:lnTo>
                  <a:pt x="2952463" y="2376100"/>
                </a:lnTo>
                <a:close/>
                <a:moveTo>
                  <a:pt x="210911" y="2376100"/>
                </a:moveTo>
                <a:lnTo>
                  <a:pt x="210911" y="2520100"/>
                </a:lnTo>
                <a:lnTo>
                  <a:pt x="538930" y="2520100"/>
                </a:lnTo>
                <a:lnTo>
                  <a:pt x="538930" y="2376100"/>
                </a:lnTo>
                <a:close/>
                <a:moveTo>
                  <a:pt x="2624444" y="2095269"/>
                </a:moveTo>
                <a:lnTo>
                  <a:pt x="2624444" y="2239269"/>
                </a:lnTo>
                <a:lnTo>
                  <a:pt x="2952463" y="2239269"/>
                </a:lnTo>
                <a:lnTo>
                  <a:pt x="2952463" y="2095269"/>
                </a:lnTo>
                <a:close/>
                <a:moveTo>
                  <a:pt x="210911" y="2095269"/>
                </a:moveTo>
                <a:lnTo>
                  <a:pt x="210911" y="2239269"/>
                </a:lnTo>
                <a:lnTo>
                  <a:pt x="538930" y="2239269"/>
                </a:lnTo>
                <a:lnTo>
                  <a:pt x="538930" y="2095269"/>
                </a:lnTo>
                <a:close/>
                <a:moveTo>
                  <a:pt x="2624444" y="1814436"/>
                </a:moveTo>
                <a:lnTo>
                  <a:pt x="2624444" y="1958436"/>
                </a:lnTo>
                <a:lnTo>
                  <a:pt x="2952463" y="1958436"/>
                </a:lnTo>
                <a:lnTo>
                  <a:pt x="2952463" y="1814436"/>
                </a:lnTo>
                <a:close/>
                <a:moveTo>
                  <a:pt x="210911" y="1814436"/>
                </a:moveTo>
                <a:lnTo>
                  <a:pt x="210911" y="1958436"/>
                </a:lnTo>
                <a:lnTo>
                  <a:pt x="538930" y="1958436"/>
                </a:lnTo>
                <a:lnTo>
                  <a:pt x="538930" y="1814436"/>
                </a:lnTo>
                <a:close/>
                <a:moveTo>
                  <a:pt x="2624444" y="1533603"/>
                </a:moveTo>
                <a:lnTo>
                  <a:pt x="2624444" y="1677603"/>
                </a:lnTo>
                <a:lnTo>
                  <a:pt x="2952463" y="1677603"/>
                </a:lnTo>
                <a:lnTo>
                  <a:pt x="2952463" y="1533603"/>
                </a:lnTo>
                <a:close/>
                <a:moveTo>
                  <a:pt x="210911" y="1533603"/>
                </a:moveTo>
                <a:lnTo>
                  <a:pt x="210911" y="1677603"/>
                </a:lnTo>
                <a:lnTo>
                  <a:pt x="538930" y="1677603"/>
                </a:lnTo>
                <a:lnTo>
                  <a:pt x="538930" y="1533603"/>
                </a:lnTo>
                <a:close/>
                <a:moveTo>
                  <a:pt x="2624444" y="1252770"/>
                </a:moveTo>
                <a:lnTo>
                  <a:pt x="2624444" y="1396770"/>
                </a:lnTo>
                <a:lnTo>
                  <a:pt x="2952463" y="1396770"/>
                </a:lnTo>
                <a:lnTo>
                  <a:pt x="2952463" y="1252770"/>
                </a:lnTo>
                <a:close/>
                <a:moveTo>
                  <a:pt x="210911" y="1252770"/>
                </a:moveTo>
                <a:lnTo>
                  <a:pt x="210911" y="1396770"/>
                </a:lnTo>
                <a:lnTo>
                  <a:pt x="538930" y="1396770"/>
                </a:lnTo>
                <a:lnTo>
                  <a:pt x="538930" y="1252770"/>
                </a:lnTo>
                <a:close/>
                <a:moveTo>
                  <a:pt x="2624444" y="971937"/>
                </a:moveTo>
                <a:lnTo>
                  <a:pt x="2624444" y="1115937"/>
                </a:lnTo>
                <a:lnTo>
                  <a:pt x="2952463" y="1115937"/>
                </a:lnTo>
                <a:lnTo>
                  <a:pt x="2952463" y="971937"/>
                </a:lnTo>
                <a:close/>
                <a:moveTo>
                  <a:pt x="210911" y="971937"/>
                </a:moveTo>
                <a:lnTo>
                  <a:pt x="210911" y="1115937"/>
                </a:lnTo>
                <a:lnTo>
                  <a:pt x="538930" y="1115937"/>
                </a:lnTo>
                <a:lnTo>
                  <a:pt x="538930" y="971937"/>
                </a:lnTo>
                <a:close/>
                <a:moveTo>
                  <a:pt x="2624444" y="691104"/>
                </a:moveTo>
                <a:lnTo>
                  <a:pt x="2624444" y="835104"/>
                </a:lnTo>
                <a:lnTo>
                  <a:pt x="2952463" y="835104"/>
                </a:lnTo>
                <a:lnTo>
                  <a:pt x="2952463" y="691104"/>
                </a:lnTo>
                <a:close/>
                <a:moveTo>
                  <a:pt x="210911" y="691104"/>
                </a:moveTo>
                <a:lnTo>
                  <a:pt x="210911" y="835104"/>
                </a:lnTo>
                <a:lnTo>
                  <a:pt x="538930" y="835104"/>
                </a:lnTo>
                <a:lnTo>
                  <a:pt x="538930" y="691104"/>
                </a:lnTo>
                <a:close/>
                <a:moveTo>
                  <a:pt x="988006" y="552354"/>
                </a:moveTo>
                <a:lnTo>
                  <a:pt x="988006" y="2111583"/>
                </a:lnTo>
                <a:lnTo>
                  <a:pt x="2332169" y="1331969"/>
                </a:lnTo>
                <a:close/>
                <a:moveTo>
                  <a:pt x="2624444" y="410271"/>
                </a:moveTo>
                <a:lnTo>
                  <a:pt x="2624444" y="554271"/>
                </a:lnTo>
                <a:lnTo>
                  <a:pt x="2952463" y="554271"/>
                </a:lnTo>
                <a:lnTo>
                  <a:pt x="2952463" y="410271"/>
                </a:lnTo>
                <a:close/>
                <a:moveTo>
                  <a:pt x="210911" y="410271"/>
                </a:moveTo>
                <a:lnTo>
                  <a:pt x="210911" y="554271"/>
                </a:lnTo>
                <a:lnTo>
                  <a:pt x="538930" y="554271"/>
                </a:lnTo>
                <a:lnTo>
                  <a:pt x="538930" y="410271"/>
                </a:lnTo>
                <a:close/>
                <a:moveTo>
                  <a:pt x="2624444" y="129438"/>
                </a:moveTo>
                <a:lnTo>
                  <a:pt x="2624444" y="273438"/>
                </a:lnTo>
                <a:lnTo>
                  <a:pt x="2952463" y="273438"/>
                </a:lnTo>
                <a:lnTo>
                  <a:pt x="2952463" y="129438"/>
                </a:lnTo>
                <a:close/>
                <a:moveTo>
                  <a:pt x="210911" y="129438"/>
                </a:moveTo>
                <a:lnTo>
                  <a:pt x="210911" y="273438"/>
                </a:lnTo>
                <a:lnTo>
                  <a:pt x="538930" y="273438"/>
                </a:lnTo>
                <a:lnTo>
                  <a:pt x="538930" y="129438"/>
                </a:lnTo>
                <a:close/>
                <a:moveTo>
                  <a:pt x="0" y="0"/>
                </a:moveTo>
                <a:lnTo>
                  <a:pt x="3186824" y="0"/>
                </a:lnTo>
                <a:lnTo>
                  <a:pt x="3186824" y="2663936"/>
                </a:lnTo>
                <a:lnTo>
                  <a:pt x="0" y="266393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8" name="Rounded Rectangle 27"/>
          <p:cNvSpPr/>
          <p:nvPr/>
        </p:nvSpPr>
        <p:spPr>
          <a:xfrm>
            <a:off x="1188766" y="1780034"/>
            <a:ext cx="429418" cy="329851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9" name="Rounded Rectangle 7"/>
          <p:cNvSpPr/>
          <p:nvPr/>
        </p:nvSpPr>
        <p:spPr>
          <a:xfrm>
            <a:off x="7353064" y="1707654"/>
            <a:ext cx="436585" cy="376768"/>
          </a:xfrm>
          <a:custGeom>
            <a:avLst/>
            <a:gdLst/>
            <a:ahLst/>
            <a:cxnLst/>
            <a:rect l="l" t="t" r="r" b="b"/>
            <a:pathLst>
              <a:path w="3240006" h="2796091">
                <a:moveTo>
                  <a:pt x="686867" y="612319"/>
                </a:moveTo>
                <a:cubicBezTo>
                  <a:pt x="611281" y="612319"/>
                  <a:pt x="550007" y="673593"/>
                  <a:pt x="550007" y="749179"/>
                </a:cubicBezTo>
                <a:cubicBezTo>
                  <a:pt x="550007" y="824765"/>
                  <a:pt x="611281" y="886039"/>
                  <a:pt x="686867" y="886039"/>
                </a:cubicBezTo>
                <a:cubicBezTo>
                  <a:pt x="762453" y="886039"/>
                  <a:pt x="823727" y="824765"/>
                  <a:pt x="823727" y="749179"/>
                </a:cubicBezTo>
                <a:cubicBezTo>
                  <a:pt x="823727" y="673593"/>
                  <a:pt x="762453" y="612319"/>
                  <a:pt x="686867" y="612319"/>
                </a:cubicBezTo>
                <a:close/>
                <a:moveTo>
                  <a:pt x="1587500" y="281447"/>
                </a:moveTo>
                <a:cubicBezTo>
                  <a:pt x="1432061" y="281447"/>
                  <a:pt x="1306053" y="407455"/>
                  <a:pt x="1306053" y="562894"/>
                </a:cubicBezTo>
                <a:cubicBezTo>
                  <a:pt x="1306053" y="718333"/>
                  <a:pt x="1432061" y="844341"/>
                  <a:pt x="1587500" y="844341"/>
                </a:cubicBezTo>
                <a:cubicBezTo>
                  <a:pt x="1742939" y="844341"/>
                  <a:pt x="1868947" y="718333"/>
                  <a:pt x="1868947" y="562894"/>
                </a:cubicBezTo>
                <a:cubicBezTo>
                  <a:pt x="1868947" y="407455"/>
                  <a:pt x="1742939" y="281447"/>
                  <a:pt x="1587500" y="281447"/>
                </a:cubicBezTo>
                <a:close/>
                <a:moveTo>
                  <a:pt x="1587500" y="0"/>
                </a:moveTo>
                <a:cubicBezTo>
                  <a:pt x="1898378" y="0"/>
                  <a:pt x="2150394" y="252016"/>
                  <a:pt x="2150394" y="562894"/>
                </a:cubicBezTo>
                <a:cubicBezTo>
                  <a:pt x="2150394" y="786167"/>
                  <a:pt x="2020401" y="979078"/>
                  <a:pt x="1831095" y="1068260"/>
                </a:cubicBezTo>
                <a:lnTo>
                  <a:pt x="2215710" y="1068260"/>
                </a:lnTo>
                <a:cubicBezTo>
                  <a:pt x="2374756" y="1068260"/>
                  <a:pt x="2503688" y="1197192"/>
                  <a:pt x="2503688" y="1356238"/>
                </a:cubicBezTo>
                <a:lnTo>
                  <a:pt x="2503688" y="1474975"/>
                </a:lnTo>
                <a:lnTo>
                  <a:pt x="2656086" y="1474975"/>
                </a:lnTo>
                <a:cubicBezTo>
                  <a:pt x="2692420" y="1474975"/>
                  <a:pt x="2722815" y="1500405"/>
                  <a:pt x="2728975" y="1534767"/>
                </a:cubicBezTo>
                <a:lnTo>
                  <a:pt x="3240006" y="1109804"/>
                </a:lnTo>
                <a:lnTo>
                  <a:pt x="3240006" y="2754548"/>
                </a:lnTo>
                <a:lnTo>
                  <a:pt x="2728975" y="2329585"/>
                </a:lnTo>
                <a:cubicBezTo>
                  <a:pt x="2722815" y="2363946"/>
                  <a:pt x="2692420" y="2389375"/>
                  <a:pt x="2656086" y="2389375"/>
                </a:cubicBezTo>
                <a:lnTo>
                  <a:pt x="2503688" y="2389375"/>
                </a:lnTo>
                <a:lnTo>
                  <a:pt x="2503688" y="2508113"/>
                </a:lnTo>
                <a:cubicBezTo>
                  <a:pt x="2503688" y="2667159"/>
                  <a:pt x="2374756" y="2796091"/>
                  <a:pt x="2215710" y="2796091"/>
                </a:cubicBezTo>
                <a:lnTo>
                  <a:pt x="287978" y="2796091"/>
                </a:lnTo>
                <a:cubicBezTo>
                  <a:pt x="128932" y="2796091"/>
                  <a:pt x="0" y="2667159"/>
                  <a:pt x="0" y="2508113"/>
                </a:cubicBezTo>
                <a:lnTo>
                  <a:pt x="0" y="1356238"/>
                </a:lnTo>
                <a:cubicBezTo>
                  <a:pt x="0" y="1197192"/>
                  <a:pt x="128932" y="1068260"/>
                  <a:pt x="287978" y="1068260"/>
                </a:cubicBezTo>
                <a:lnTo>
                  <a:pt x="544513" y="1068260"/>
                </a:lnTo>
                <a:cubicBezTo>
                  <a:pt x="422089" y="1014226"/>
                  <a:pt x="336949" y="891645"/>
                  <a:pt x="336949" y="749179"/>
                </a:cubicBezTo>
                <a:cubicBezTo>
                  <a:pt x="336949" y="555925"/>
                  <a:pt x="493613" y="399261"/>
                  <a:pt x="686867" y="399261"/>
                </a:cubicBezTo>
                <a:cubicBezTo>
                  <a:pt x="880121" y="399261"/>
                  <a:pt x="1036785" y="555925"/>
                  <a:pt x="1036785" y="749179"/>
                </a:cubicBezTo>
                <a:cubicBezTo>
                  <a:pt x="1036785" y="891645"/>
                  <a:pt x="951645" y="1014226"/>
                  <a:pt x="829222" y="1068260"/>
                </a:cubicBezTo>
                <a:lnTo>
                  <a:pt x="1343906" y="1068260"/>
                </a:lnTo>
                <a:cubicBezTo>
                  <a:pt x="1154600" y="979078"/>
                  <a:pt x="1024606" y="786167"/>
                  <a:pt x="1024606" y="562894"/>
                </a:cubicBezTo>
                <a:cubicBezTo>
                  <a:pt x="1024606" y="252016"/>
                  <a:pt x="1276622" y="0"/>
                  <a:pt x="15875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0" name="Donut 39"/>
          <p:cNvSpPr/>
          <p:nvPr/>
        </p:nvSpPr>
        <p:spPr>
          <a:xfrm>
            <a:off x="4851809" y="1726668"/>
            <a:ext cx="436583" cy="436583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152300" y="922782"/>
                </a:moveTo>
                <a:lnTo>
                  <a:pt x="2354400" y="1620000"/>
                </a:lnTo>
                <a:lnTo>
                  <a:pt x="1152300" y="2317218"/>
                </a:lnTo>
                <a:close/>
                <a:moveTo>
                  <a:pt x="1620000" y="342403"/>
                </a:moveTo>
                <a:cubicBezTo>
                  <a:pt x="914403" y="342403"/>
                  <a:pt x="342403" y="914403"/>
                  <a:pt x="342403" y="1620000"/>
                </a:cubicBezTo>
                <a:cubicBezTo>
                  <a:pt x="342403" y="2325597"/>
                  <a:pt x="914403" y="2897597"/>
                  <a:pt x="1620000" y="2897597"/>
                </a:cubicBezTo>
                <a:cubicBezTo>
                  <a:pt x="2325597" y="2897597"/>
                  <a:pt x="2897597" y="2325597"/>
                  <a:pt x="2897597" y="1620000"/>
                </a:cubicBezTo>
                <a:cubicBezTo>
                  <a:pt x="2897597" y="914403"/>
                  <a:pt x="2325597" y="342403"/>
                  <a:pt x="1620000" y="342403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Rectangle 16"/>
          <p:cNvSpPr/>
          <p:nvPr/>
        </p:nvSpPr>
        <p:spPr>
          <a:xfrm>
            <a:off x="3610846" y="1801495"/>
            <a:ext cx="436584" cy="286929"/>
          </a:xfrm>
          <a:custGeom>
            <a:avLst/>
            <a:gdLst/>
            <a:ahLst/>
            <a:cxnLst/>
            <a:rect l="l" t="t" r="r" b="b"/>
            <a:pathLst>
              <a:path w="3240006" h="2129375">
                <a:moveTo>
                  <a:pt x="1916836" y="454558"/>
                </a:moveTo>
                <a:cubicBezTo>
                  <a:pt x="2018418" y="454558"/>
                  <a:pt x="2100766" y="536906"/>
                  <a:pt x="2100766" y="638488"/>
                </a:cubicBezTo>
                <a:cubicBezTo>
                  <a:pt x="2100766" y="740070"/>
                  <a:pt x="2018418" y="822418"/>
                  <a:pt x="1916836" y="822418"/>
                </a:cubicBezTo>
                <a:cubicBezTo>
                  <a:pt x="1815254" y="822418"/>
                  <a:pt x="1732906" y="740070"/>
                  <a:pt x="1732906" y="638488"/>
                </a:cubicBezTo>
                <a:cubicBezTo>
                  <a:pt x="1732906" y="536906"/>
                  <a:pt x="1815254" y="454558"/>
                  <a:pt x="1916836" y="454558"/>
                </a:cubicBezTo>
                <a:close/>
                <a:moveTo>
                  <a:pt x="1197545" y="272737"/>
                </a:moveTo>
                <a:lnTo>
                  <a:pt x="1861974" y="1458536"/>
                </a:lnTo>
                <a:lnTo>
                  <a:pt x="2263096" y="848801"/>
                </a:lnTo>
                <a:lnTo>
                  <a:pt x="2919562" y="1846679"/>
                </a:lnTo>
                <a:lnTo>
                  <a:pt x="2079459" y="1846679"/>
                </a:lnTo>
                <a:lnTo>
                  <a:pt x="1606629" y="1846679"/>
                </a:lnTo>
                <a:lnTo>
                  <a:pt x="315630" y="1846679"/>
                </a:lnTo>
                <a:close/>
                <a:moveTo>
                  <a:pt x="180003" y="164687"/>
                </a:moveTo>
                <a:lnTo>
                  <a:pt x="180003" y="1964687"/>
                </a:lnTo>
                <a:lnTo>
                  <a:pt x="3060003" y="1964687"/>
                </a:lnTo>
                <a:lnTo>
                  <a:pt x="3060003" y="164687"/>
                </a:lnTo>
                <a:close/>
                <a:moveTo>
                  <a:pt x="0" y="0"/>
                </a:moveTo>
                <a:lnTo>
                  <a:pt x="3240006" y="0"/>
                </a:lnTo>
                <a:lnTo>
                  <a:pt x="3240006" y="2129375"/>
                </a:lnTo>
                <a:lnTo>
                  <a:pt x="0" y="2129375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6928598" y="2921648"/>
            <a:ext cx="1012018" cy="246221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1"/>
                </a:solidFill>
                <a:cs typeface="Arial" pitchFamily="34" charset="0"/>
              </a:rPr>
              <a:t>July</a:t>
            </a:r>
            <a:endParaRPr lang="en-US" altLang="ko-KR" sz="1600" b="1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11008" y="2921649"/>
            <a:ext cx="1012018" cy="246221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2"/>
                </a:solidFill>
                <a:cs typeface="Arial" pitchFamily="34" charset="0"/>
              </a:rPr>
              <a:t>June</a:t>
            </a:r>
            <a:endParaRPr lang="en-US" altLang="ko-KR" sz="1600" b="1" dirty="0">
              <a:solidFill>
                <a:schemeClr val="accent2"/>
              </a:solidFill>
              <a:cs typeface="Arial" pitchFamily="34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995" y="2921649"/>
            <a:ext cx="1012018" cy="246221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3"/>
                </a:solidFill>
                <a:cs typeface="Arial" pitchFamily="34" charset="0"/>
              </a:rPr>
              <a:t>May</a:t>
            </a:r>
            <a:endParaRPr lang="en-US" altLang="ko-KR" sz="1600" b="1" dirty="0">
              <a:solidFill>
                <a:schemeClr val="accent3"/>
              </a:solidFill>
              <a:cs typeface="Arial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30981" y="2921649"/>
            <a:ext cx="1012018" cy="246221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4"/>
                </a:solidFill>
                <a:cs typeface="Arial" pitchFamily="34" charset="0"/>
              </a:rPr>
              <a:t>April</a:t>
            </a:r>
            <a:endParaRPr lang="en-US" altLang="ko-KR" sz="1600" b="1" dirty="0">
              <a:solidFill>
                <a:schemeClr val="accent4"/>
              </a:solidFill>
              <a:cs typeface="Arial" pitchFamily="34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90967" y="2921649"/>
            <a:ext cx="1012018" cy="246221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5"/>
                </a:solidFill>
                <a:cs typeface="Arial" pitchFamily="34" charset="0"/>
              </a:rPr>
              <a:t>March</a:t>
            </a:r>
            <a:endParaRPr lang="en-US" altLang="ko-KR" sz="1600" b="1" dirty="0">
              <a:solidFill>
                <a:schemeClr val="accent5"/>
              </a:solidFill>
              <a:cs typeface="Arial" pitchFamily="34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0952" y="2921649"/>
            <a:ext cx="1112735" cy="246221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altLang="ko-KR" sz="1600" b="1" dirty="0" smtClean="0">
                <a:solidFill>
                  <a:schemeClr val="accent6"/>
                </a:solidFill>
                <a:cs typeface="Arial" pitchFamily="34" charset="0"/>
              </a:rPr>
              <a:t>February</a:t>
            </a:r>
            <a:endParaRPr lang="en-US" altLang="ko-KR" sz="1600" b="1" dirty="0">
              <a:solidFill>
                <a:schemeClr val="accent6"/>
              </a:solidFill>
              <a:cs typeface="Arial" pitchFamily="34" charset="0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1156962" y="2465424"/>
            <a:ext cx="0" cy="322350"/>
          </a:xfrm>
          <a:prstGeom prst="line">
            <a:avLst/>
          </a:prstGeom>
          <a:ln w="38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2395388" y="2465424"/>
            <a:ext cx="0" cy="322350"/>
          </a:xfrm>
          <a:prstGeom prst="line">
            <a:avLst/>
          </a:prstGeom>
          <a:ln w="381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633814" y="2465424"/>
            <a:ext cx="0" cy="322350"/>
          </a:xfrm>
          <a:prstGeom prst="line">
            <a:avLst/>
          </a:prstGeom>
          <a:ln w="381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4872240" y="2465424"/>
            <a:ext cx="0" cy="32235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6110666" y="2465424"/>
            <a:ext cx="0" cy="322350"/>
          </a:xfrm>
          <a:prstGeom prst="line">
            <a:avLst/>
          </a:prstGeom>
          <a:ln w="381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7429609" y="2465424"/>
            <a:ext cx="0" cy="32235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15438" y="3212271"/>
            <a:ext cx="13482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cs typeface="Arial" pitchFamily="34" charset="0"/>
              </a:rPr>
              <a:t>Identified the project topic and its real-life importance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58122" y="3212271"/>
            <a:ext cx="13975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00B0F0"/>
                </a:solidFill>
                <a:cs typeface="Arial" pitchFamily="34" charset="0"/>
              </a:rPr>
              <a:t>Finalized project idea: multi-sensor system using </a:t>
            </a:r>
            <a:r>
              <a:rPr lang="en-US" altLang="ko-KR" sz="1200" dirty="0" err="1">
                <a:solidFill>
                  <a:srgbClr val="00B0F0"/>
                </a:solidFill>
                <a:cs typeface="Arial" pitchFamily="34" charset="0"/>
              </a:rPr>
              <a:t>Arduino</a:t>
            </a:r>
            <a:endParaRPr lang="en-US" altLang="ko-KR" sz="1200" dirty="0">
              <a:solidFill>
                <a:srgbClr val="00B0F0"/>
              </a:solidFill>
              <a:cs typeface="Arial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900806" y="3212271"/>
            <a:ext cx="142141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cs typeface="Arial" pitchFamily="34" charset="0"/>
              </a:rPr>
              <a:t>Practiced wiring on breadboard and reading values on Serial Monitor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43491" y="3212271"/>
            <a:ext cx="13158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00B0F0"/>
                </a:solidFill>
                <a:cs typeface="Arial" pitchFamily="34" charset="0"/>
              </a:rPr>
              <a:t>Successfully tested the full system in real-time conditions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86175" y="3212271"/>
            <a:ext cx="14180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cs typeface="Arial" pitchFamily="34" charset="0"/>
              </a:rPr>
              <a:t>Developed and tested the </a:t>
            </a:r>
            <a:r>
              <a:rPr lang="en-US" altLang="ko-KR" sz="1200" dirty="0" err="1">
                <a:cs typeface="Arial" pitchFamily="34" charset="0"/>
              </a:rPr>
              <a:t>Arduino</a:t>
            </a:r>
            <a:r>
              <a:rPr lang="en-US" altLang="ko-KR" sz="1200" dirty="0">
                <a:cs typeface="Arial" pitchFamily="34" charset="0"/>
              </a:rPr>
              <a:t> code with thresholds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0495" y="3212271"/>
            <a:ext cx="14830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00B0F0"/>
                </a:solidFill>
                <a:cs typeface="Arial" pitchFamily="34" charset="0"/>
              </a:rPr>
              <a:t>Final testing and integration of all components</a:t>
            </a:r>
          </a:p>
        </p:txBody>
      </p:sp>
    </p:spTree>
    <p:extLst>
      <p:ext uri="{BB962C8B-B14F-4D97-AF65-F5344CB8AC3E}">
        <p14:creationId xmlns:p14="http://schemas.microsoft.com/office/powerpoint/2010/main" val="2910665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267494"/>
            <a:ext cx="6804756" cy="4536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351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/>
          <p:cNvPicPr>
            <a:picLocks noGrp="1" noChangeAspect="1"/>
          </p:cNvPicPr>
          <p:nvPr>
            <p:ph type="pic" idx="1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21" r="388" b="31272"/>
          <a:stretch/>
        </p:blipFill>
        <p:spPr>
          <a:xfrm>
            <a:off x="0" y="-10794"/>
            <a:ext cx="9144000" cy="2499743"/>
          </a:xfrm>
        </p:spPr>
      </p:pic>
      <p:sp>
        <p:nvSpPr>
          <p:cNvPr id="7" name="Rectangle 6"/>
          <p:cNvSpPr/>
          <p:nvPr/>
        </p:nvSpPr>
        <p:spPr>
          <a:xfrm>
            <a:off x="971600" y="2251914"/>
            <a:ext cx="914400" cy="914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8" name="Rectangle 7"/>
          <p:cNvSpPr/>
          <p:nvPr/>
        </p:nvSpPr>
        <p:spPr>
          <a:xfrm>
            <a:off x="2550350" y="2251914"/>
            <a:ext cx="914400" cy="914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9" name="Rectangle 8"/>
          <p:cNvSpPr/>
          <p:nvPr/>
        </p:nvSpPr>
        <p:spPr>
          <a:xfrm>
            <a:off x="4129100" y="2251914"/>
            <a:ext cx="914400" cy="914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0" name="Rectangle 9"/>
          <p:cNvSpPr/>
          <p:nvPr/>
        </p:nvSpPr>
        <p:spPr>
          <a:xfrm>
            <a:off x="5707850" y="2251914"/>
            <a:ext cx="914400" cy="914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1" name="Rectangle 10"/>
          <p:cNvSpPr/>
          <p:nvPr/>
        </p:nvSpPr>
        <p:spPr>
          <a:xfrm>
            <a:off x="7286600" y="2251914"/>
            <a:ext cx="914400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28699" y="3363127"/>
            <a:ext cx="1800200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cs typeface="Arial" pitchFamily="34" charset="0"/>
              </a:rPr>
              <a:t>Functional prototype with multiple integrated </a:t>
            </a:r>
            <a:r>
              <a:rPr lang="en-US" altLang="ko-KR" sz="1100" dirty="0" smtClean="0">
                <a:cs typeface="Arial" pitchFamily="34" charset="0"/>
              </a:rPr>
              <a:t>sensors.  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cs typeface="Arial" pitchFamily="34" charset="0"/>
              </a:rPr>
              <a:t>Real-time monitoring of soil moisture, fire, gas, temperature, humidity, and intrusion.</a:t>
            </a:r>
          </a:p>
        </p:txBody>
      </p:sp>
      <p:sp>
        <p:nvSpPr>
          <p:cNvPr id="15" name="Oval 21"/>
          <p:cNvSpPr>
            <a:spLocks noChangeAspect="1"/>
          </p:cNvSpPr>
          <p:nvPr/>
        </p:nvSpPr>
        <p:spPr>
          <a:xfrm>
            <a:off x="4373625" y="2518895"/>
            <a:ext cx="396750" cy="40006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6" name="Rectangle 9"/>
          <p:cNvSpPr/>
          <p:nvPr/>
        </p:nvSpPr>
        <p:spPr>
          <a:xfrm>
            <a:off x="1250553" y="2542260"/>
            <a:ext cx="356493" cy="333708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Rectangle 30"/>
          <p:cNvSpPr/>
          <p:nvPr/>
        </p:nvSpPr>
        <p:spPr>
          <a:xfrm>
            <a:off x="2847850" y="2557503"/>
            <a:ext cx="319399" cy="31846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8" name="Oval 7"/>
          <p:cNvSpPr/>
          <p:nvPr/>
        </p:nvSpPr>
        <p:spPr>
          <a:xfrm>
            <a:off x="5973822" y="2517792"/>
            <a:ext cx="378792" cy="378792"/>
          </a:xfrm>
          <a:custGeom>
            <a:avLst/>
            <a:gdLst/>
            <a:ahLst/>
            <a:cxnLst/>
            <a:rect l="l" t="t" r="r" b="b"/>
            <a:pathLst>
              <a:path w="3240000" h="3240000">
                <a:moveTo>
                  <a:pt x="1415334" y="1947658"/>
                </a:moveTo>
                <a:lnTo>
                  <a:pt x="838053" y="2871852"/>
                </a:lnTo>
                <a:cubicBezTo>
                  <a:pt x="1312591" y="3168264"/>
                  <a:pt x="1913932" y="3170879"/>
                  <a:pt x="2391030" y="2878606"/>
                </a:cubicBezTo>
                <a:lnTo>
                  <a:pt x="1821709" y="1949263"/>
                </a:lnTo>
                <a:cubicBezTo>
                  <a:pt x="1763478" y="1986502"/>
                  <a:pt x="1694174" y="2007350"/>
                  <a:pt x="1620000" y="2007350"/>
                </a:cubicBezTo>
                <a:cubicBezTo>
                  <a:pt x="1544621" y="2007350"/>
                  <a:pt x="1474270" y="1985818"/>
                  <a:pt x="1415334" y="1947658"/>
                </a:cubicBezTo>
                <a:close/>
                <a:moveTo>
                  <a:pt x="1620001" y="1350973"/>
                </a:moveTo>
                <a:cubicBezTo>
                  <a:pt x="1471421" y="1350973"/>
                  <a:pt x="1350973" y="1471421"/>
                  <a:pt x="1350973" y="1620001"/>
                </a:cubicBezTo>
                <a:cubicBezTo>
                  <a:pt x="1350973" y="1768581"/>
                  <a:pt x="1471421" y="1889029"/>
                  <a:pt x="1620001" y="1889029"/>
                </a:cubicBezTo>
                <a:cubicBezTo>
                  <a:pt x="1768581" y="1889029"/>
                  <a:pt x="1889029" y="1768581"/>
                  <a:pt x="1889029" y="1620001"/>
                </a:cubicBezTo>
                <a:cubicBezTo>
                  <a:pt x="1889029" y="1471421"/>
                  <a:pt x="1768581" y="1350973"/>
                  <a:pt x="1620001" y="1350973"/>
                </a:cubicBezTo>
                <a:close/>
                <a:moveTo>
                  <a:pt x="2324470" y="322965"/>
                </a:moveTo>
                <a:lnTo>
                  <a:pt x="1804044" y="1281148"/>
                </a:lnTo>
                <a:cubicBezTo>
                  <a:pt x="1925507" y="1345192"/>
                  <a:pt x="2007350" y="1473038"/>
                  <a:pt x="2007350" y="1620000"/>
                </a:cubicBezTo>
                <a:lnTo>
                  <a:pt x="2005998" y="1633413"/>
                </a:lnTo>
                <a:lnTo>
                  <a:pt x="3095109" y="1671260"/>
                </a:lnTo>
                <a:cubicBezTo>
                  <a:pt x="3114541" y="1112092"/>
                  <a:pt x="2816135" y="590008"/>
                  <a:pt x="2324470" y="322965"/>
                </a:cubicBezTo>
                <a:close/>
                <a:moveTo>
                  <a:pt x="926838" y="316888"/>
                </a:moveTo>
                <a:cubicBezTo>
                  <a:pt x="432869" y="579644"/>
                  <a:pt x="129933" y="1099113"/>
                  <a:pt x="144500" y="1658429"/>
                </a:cubicBezTo>
                <a:lnTo>
                  <a:pt x="1233664" y="1630062"/>
                </a:lnTo>
                <a:cubicBezTo>
                  <a:pt x="1232693" y="1626734"/>
                  <a:pt x="1232650" y="1623372"/>
                  <a:pt x="1232650" y="1620000"/>
                </a:cubicBezTo>
                <a:cubicBezTo>
                  <a:pt x="1232650" y="1471836"/>
                  <a:pt x="1315838" y="1343102"/>
                  <a:pt x="1438904" y="1279548"/>
                </a:cubicBezTo>
                <a:close/>
                <a:moveTo>
                  <a:pt x="1620000" y="0"/>
                </a:moveTo>
                <a:cubicBezTo>
                  <a:pt x="2514701" y="0"/>
                  <a:pt x="3240000" y="725299"/>
                  <a:pt x="3240000" y="1620000"/>
                </a:cubicBezTo>
                <a:cubicBezTo>
                  <a:pt x="3240000" y="2514701"/>
                  <a:pt x="2514701" y="3240000"/>
                  <a:pt x="1620000" y="3240000"/>
                </a:cubicBezTo>
                <a:cubicBezTo>
                  <a:pt x="725299" y="3240000"/>
                  <a:pt x="0" y="2514701"/>
                  <a:pt x="0" y="1620000"/>
                </a:cubicBezTo>
                <a:cubicBezTo>
                  <a:pt x="0" y="725299"/>
                  <a:pt x="725299" y="0"/>
                  <a:pt x="1620000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9" name="Block Arc 14"/>
          <p:cNvSpPr/>
          <p:nvPr/>
        </p:nvSpPr>
        <p:spPr>
          <a:xfrm rot="16200000">
            <a:off x="7547863" y="2508813"/>
            <a:ext cx="396489" cy="396751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25314" y="3420813"/>
            <a:ext cx="15121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cs typeface="Arial" pitchFamily="34" charset="0"/>
              </a:rPr>
              <a:t>Automatic detection of abnormal conditions and safety threats.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31667" y="3440071"/>
            <a:ext cx="151216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cs typeface="Arial" pitchFamily="34" charset="0"/>
              </a:rPr>
              <a:t>Immediate audible alert through buzzer for quick response</a:t>
            </a:r>
            <a:r>
              <a:rPr lang="en-US" altLang="ko-KR" sz="1100" dirty="0" smtClean="0">
                <a:cs typeface="Arial" pitchFamily="34" charset="0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cs typeface="Arial" pitchFamily="34" charset="0"/>
              </a:rPr>
              <a:t>Enhanced safety and security for labs, farms, and homes.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09693" y="3440071"/>
            <a:ext cx="1212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cs typeface="Arial" pitchFamily="34" charset="0"/>
              </a:rPr>
              <a:t>Reduced need for manual monitoring.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7716" y="3440071"/>
            <a:ext cx="151216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cs typeface="Arial" pitchFamily="34" charset="0"/>
              </a:rPr>
              <a:t>Cost-effective and easy to install</a:t>
            </a:r>
            <a:r>
              <a:rPr lang="en-US" altLang="ko-KR" sz="1100" dirty="0" smtClean="0">
                <a:cs typeface="Arial" pitchFamily="34" charset="0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 smtClean="0">
                <a:cs typeface="Arial" pitchFamily="34" charset="0"/>
              </a:rPr>
              <a:t>Possible </a:t>
            </a:r>
            <a:r>
              <a:rPr lang="en-US" altLang="ko-KR" sz="1100" dirty="0">
                <a:cs typeface="Arial" pitchFamily="34" charset="0"/>
              </a:rPr>
              <a:t>future expansion with wireless alerts and data logging.</a:t>
            </a:r>
          </a:p>
        </p:txBody>
      </p:sp>
    </p:spTree>
    <p:extLst>
      <p:ext uri="{BB962C8B-B14F-4D97-AF65-F5344CB8AC3E}">
        <p14:creationId xmlns:p14="http://schemas.microsoft.com/office/powerpoint/2010/main" val="36608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차트 19">
            <a:extLst>
              <a:ext uri="{FF2B5EF4-FFF2-40B4-BE49-F238E27FC236}">
                <a16:creationId xmlns="" xmlns:a16="http://schemas.microsoft.com/office/drawing/2014/main" id="{90CFAD60-9899-428A-BF07-D2F0F3CCF73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50056128"/>
              </p:ext>
            </p:extLst>
          </p:nvPr>
        </p:nvGraphicFramePr>
        <p:xfrm>
          <a:off x="510688" y="241429"/>
          <a:ext cx="4341920" cy="4275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7296" y="267494"/>
            <a:ext cx="2232248" cy="1491916"/>
          </a:xfrm>
        </p:spPr>
        <p:txBody>
          <a:bodyPr/>
          <a:lstStyle/>
          <a:p>
            <a:pPr algn="r"/>
            <a:r>
              <a:rPr lang="en-US" altLang="ko-KR" sz="3200" dirty="0" smtClean="0">
                <a:solidFill>
                  <a:schemeClr val="accent5"/>
                </a:solidFill>
              </a:rPr>
              <a:t>Conclusion</a:t>
            </a:r>
            <a:endParaRPr lang="ko-KR" altLang="en-US" sz="3200" dirty="0"/>
          </a:p>
        </p:txBody>
      </p:sp>
      <p:sp>
        <p:nvSpPr>
          <p:cNvPr id="12" name="Oval 21"/>
          <p:cNvSpPr>
            <a:spLocks noChangeAspect="1"/>
          </p:cNvSpPr>
          <p:nvPr/>
        </p:nvSpPr>
        <p:spPr>
          <a:xfrm>
            <a:off x="2844935" y="3615002"/>
            <a:ext cx="396750" cy="400064"/>
          </a:xfrm>
          <a:custGeom>
            <a:avLst/>
            <a:gdLst/>
            <a:ahLst/>
            <a:cxnLst/>
            <a:rect l="l" t="t" r="r" b="b"/>
            <a:pathLst>
              <a:path w="1652142" h="1665940">
                <a:moveTo>
                  <a:pt x="898689" y="548008"/>
                </a:moveTo>
                <a:cubicBezTo>
                  <a:pt x="737950" y="504938"/>
                  <a:pt x="572731" y="600328"/>
                  <a:pt x="529661" y="761066"/>
                </a:cubicBezTo>
                <a:cubicBezTo>
                  <a:pt x="486591" y="921805"/>
                  <a:pt x="581980" y="1087025"/>
                  <a:pt x="742719" y="1130094"/>
                </a:cubicBezTo>
                <a:cubicBezTo>
                  <a:pt x="903458" y="1173164"/>
                  <a:pt x="1068677" y="1077775"/>
                  <a:pt x="1111747" y="917036"/>
                </a:cubicBezTo>
                <a:cubicBezTo>
                  <a:pt x="1154817" y="756297"/>
                  <a:pt x="1059428" y="591077"/>
                  <a:pt x="898689" y="548008"/>
                </a:cubicBezTo>
                <a:close/>
                <a:moveTo>
                  <a:pt x="952303" y="347916"/>
                </a:moveTo>
                <a:cubicBezTo>
                  <a:pt x="1223549" y="420596"/>
                  <a:pt x="1384519" y="699404"/>
                  <a:pt x="1311839" y="970650"/>
                </a:cubicBezTo>
                <a:cubicBezTo>
                  <a:pt x="1239159" y="1241896"/>
                  <a:pt x="960351" y="1402866"/>
                  <a:pt x="689105" y="1330186"/>
                </a:cubicBezTo>
                <a:cubicBezTo>
                  <a:pt x="417859" y="1257506"/>
                  <a:pt x="256889" y="978698"/>
                  <a:pt x="329569" y="707451"/>
                </a:cubicBezTo>
                <a:cubicBezTo>
                  <a:pt x="402249" y="436205"/>
                  <a:pt x="681057" y="275235"/>
                  <a:pt x="952303" y="347916"/>
                </a:cubicBezTo>
                <a:close/>
                <a:moveTo>
                  <a:pt x="971799" y="275155"/>
                </a:moveTo>
                <a:cubicBezTo>
                  <a:pt x="660368" y="191707"/>
                  <a:pt x="340256" y="376524"/>
                  <a:pt x="256808" y="687955"/>
                </a:cubicBezTo>
                <a:cubicBezTo>
                  <a:pt x="173361" y="999387"/>
                  <a:pt x="358178" y="1319499"/>
                  <a:pt x="669609" y="1402947"/>
                </a:cubicBezTo>
                <a:cubicBezTo>
                  <a:pt x="981040" y="1486395"/>
                  <a:pt x="1301152" y="1301577"/>
                  <a:pt x="1384600" y="990146"/>
                </a:cubicBezTo>
                <a:cubicBezTo>
                  <a:pt x="1468047" y="678715"/>
                  <a:pt x="1283230" y="358603"/>
                  <a:pt x="971799" y="275155"/>
                </a:cubicBezTo>
                <a:close/>
                <a:moveTo>
                  <a:pt x="1652142" y="394531"/>
                </a:moveTo>
                <a:lnTo>
                  <a:pt x="1649662" y="403784"/>
                </a:lnTo>
                <a:lnTo>
                  <a:pt x="1647140" y="399895"/>
                </a:lnTo>
                <a:close/>
                <a:moveTo>
                  <a:pt x="1158157" y="65026"/>
                </a:moveTo>
                <a:lnTo>
                  <a:pt x="1154679" y="271718"/>
                </a:lnTo>
                <a:lnTo>
                  <a:pt x="1148331" y="270017"/>
                </a:lnTo>
                <a:cubicBezTo>
                  <a:pt x="1200055" y="299127"/>
                  <a:pt x="1246804" y="334821"/>
                  <a:pt x="1286346" y="377149"/>
                </a:cubicBezTo>
                <a:lnTo>
                  <a:pt x="1470353" y="331395"/>
                </a:lnTo>
                <a:lnTo>
                  <a:pt x="1588305" y="553229"/>
                </a:lnTo>
                <a:lnTo>
                  <a:pt x="1457194" y="671432"/>
                </a:lnTo>
                <a:cubicBezTo>
                  <a:pt x="1473630" y="731297"/>
                  <a:pt x="1481376" y="793983"/>
                  <a:pt x="1478595" y="857704"/>
                </a:cubicBezTo>
                <a:lnTo>
                  <a:pt x="1642362" y="948616"/>
                </a:lnTo>
                <a:lnTo>
                  <a:pt x="1577335" y="1191298"/>
                </a:lnTo>
                <a:lnTo>
                  <a:pt x="1378614" y="1187955"/>
                </a:lnTo>
                <a:cubicBezTo>
                  <a:pt x="1353489" y="1229936"/>
                  <a:pt x="1323048" y="1267799"/>
                  <a:pt x="1288939" y="1301599"/>
                </a:cubicBezTo>
                <a:lnTo>
                  <a:pt x="1354201" y="1471932"/>
                </a:lnTo>
                <a:lnTo>
                  <a:pt x="1148396" y="1616039"/>
                </a:lnTo>
                <a:lnTo>
                  <a:pt x="992294" y="1480516"/>
                </a:lnTo>
                <a:lnTo>
                  <a:pt x="1011291" y="1467215"/>
                </a:lnTo>
                <a:cubicBezTo>
                  <a:pt x="951500" y="1486565"/>
                  <a:pt x="888271" y="1495869"/>
                  <a:pt x="823805" y="1495510"/>
                </a:cubicBezTo>
                <a:lnTo>
                  <a:pt x="729193" y="1665940"/>
                </a:lnTo>
                <a:lnTo>
                  <a:pt x="486511" y="1600914"/>
                </a:lnTo>
                <a:lnTo>
                  <a:pt x="489790" y="1406012"/>
                </a:lnTo>
                <a:cubicBezTo>
                  <a:pt x="438364" y="1376702"/>
                  <a:pt x="391917" y="1340859"/>
                  <a:pt x="352658" y="1298452"/>
                </a:cubicBezTo>
                <a:lnTo>
                  <a:pt x="355803" y="1305197"/>
                </a:lnTo>
                <a:lnTo>
                  <a:pt x="152856" y="1344512"/>
                </a:lnTo>
                <a:lnTo>
                  <a:pt x="46675" y="1116809"/>
                </a:lnTo>
                <a:lnTo>
                  <a:pt x="183929" y="1005520"/>
                </a:lnTo>
                <a:cubicBezTo>
                  <a:pt x="169279" y="951824"/>
                  <a:pt x="161626" y="895865"/>
                  <a:pt x="161615" y="838915"/>
                </a:cubicBezTo>
                <a:lnTo>
                  <a:pt x="0" y="749197"/>
                </a:lnTo>
                <a:lnTo>
                  <a:pt x="65026" y="506515"/>
                </a:lnTo>
                <a:lnTo>
                  <a:pt x="250227" y="509630"/>
                </a:lnTo>
                <a:cubicBezTo>
                  <a:pt x="275353" y="465291"/>
                  <a:pt x="305693" y="424864"/>
                  <a:pt x="340015" y="388679"/>
                </a:cubicBezTo>
                <a:lnTo>
                  <a:pt x="277984" y="197357"/>
                </a:lnTo>
                <a:lnTo>
                  <a:pt x="491050" y="64219"/>
                </a:lnTo>
                <a:lnTo>
                  <a:pt x="639843" y="207726"/>
                </a:lnTo>
                <a:lnTo>
                  <a:pt x="638348" y="208660"/>
                </a:lnTo>
                <a:cubicBezTo>
                  <a:pt x="696840" y="190256"/>
                  <a:pt x="758594" y="181748"/>
                  <a:pt x="821488" y="182440"/>
                </a:cubicBezTo>
                <a:lnTo>
                  <a:pt x="815140" y="180739"/>
                </a:lnTo>
                <a:lnTo>
                  <a:pt x="915476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3" name="Rectangle 9"/>
          <p:cNvSpPr/>
          <p:nvPr/>
        </p:nvSpPr>
        <p:spPr>
          <a:xfrm>
            <a:off x="1115616" y="2569706"/>
            <a:ext cx="356493" cy="333708"/>
          </a:xfrm>
          <a:custGeom>
            <a:avLst/>
            <a:gdLst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833935 w 3239999"/>
              <a:gd name="connsiteY0" fmla="*/ 22 h 3032924"/>
              <a:gd name="connsiteX1" fmla="*/ 1576606 w 3239999"/>
              <a:gd name="connsiteY1" fmla="*/ 402054 h 3032924"/>
              <a:gd name="connsiteX2" fmla="*/ 1576606 w 3239999"/>
              <a:gd name="connsiteY2" fmla="*/ 430441 h 3032924"/>
              <a:gd name="connsiteX3" fmla="*/ 1576606 w 3239999"/>
              <a:gd name="connsiteY3" fmla="*/ 526981 h 3032924"/>
              <a:gd name="connsiteX4" fmla="*/ 1576606 w 3239999"/>
              <a:gd name="connsiteY4" fmla="*/ 2765302 h 3032924"/>
              <a:gd name="connsiteX5" fmla="*/ 378630 w 3239999"/>
              <a:gd name="connsiteY5" fmla="*/ 2472117 h 3032924"/>
              <a:gd name="connsiteX6" fmla="*/ 384918 w 3239999"/>
              <a:gd name="connsiteY6" fmla="*/ 526981 h 3032924"/>
              <a:gd name="connsiteX7" fmla="*/ 239143 w 3239999"/>
              <a:gd name="connsiteY7" fmla="*/ 526981 h 3032924"/>
              <a:gd name="connsiteX8" fmla="*/ 239143 w 3239999"/>
              <a:gd name="connsiteY8" fmla="*/ 2776423 h 3032924"/>
              <a:gd name="connsiteX9" fmla="*/ 1576606 w 3239999"/>
              <a:gd name="connsiteY9" fmla="*/ 2776423 h 3032924"/>
              <a:gd name="connsiteX10" fmla="*/ 1576606 w 3239999"/>
              <a:gd name="connsiteY10" fmla="*/ 2778202 h 3032924"/>
              <a:gd name="connsiteX11" fmla="*/ 1663394 w 3239999"/>
              <a:gd name="connsiteY11" fmla="*/ 2778202 h 3032924"/>
              <a:gd name="connsiteX12" fmla="*/ 1663394 w 3239999"/>
              <a:gd name="connsiteY12" fmla="*/ 2776423 h 3032924"/>
              <a:gd name="connsiteX13" fmla="*/ 3000856 w 3239999"/>
              <a:gd name="connsiteY13" fmla="*/ 2776423 h 3032924"/>
              <a:gd name="connsiteX14" fmla="*/ 3000856 w 3239999"/>
              <a:gd name="connsiteY14" fmla="*/ 526981 h 3032924"/>
              <a:gd name="connsiteX15" fmla="*/ 2855082 w 3239999"/>
              <a:gd name="connsiteY15" fmla="*/ 526981 h 3032924"/>
              <a:gd name="connsiteX16" fmla="*/ 2861369 w 3239999"/>
              <a:gd name="connsiteY16" fmla="*/ 2472117 h 3032924"/>
              <a:gd name="connsiteX17" fmla="*/ 1663394 w 3239999"/>
              <a:gd name="connsiteY17" fmla="*/ 2765302 h 3032924"/>
              <a:gd name="connsiteX18" fmla="*/ 1663394 w 3239999"/>
              <a:gd name="connsiteY18" fmla="*/ 526981 h 3032924"/>
              <a:gd name="connsiteX19" fmla="*/ 1663394 w 3239999"/>
              <a:gd name="connsiteY19" fmla="*/ 430441 h 3032924"/>
              <a:gd name="connsiteX20" fmla="*/ 1663394 w 3239999"/>
              <a:gd name="connsiteY20" fmla="*/ 402054 h 3032924"/>
              <a:gd name="connsiteX21" fmla="*/ 2406065 w 3239999"/>
              <a:gd name="connsiteY21" fmla="*/ 22 h 3032924"/>
              <a:gd name="connsiteX22" fmla="*/ 2853673 w 3239999"/>
              <a:gd name="connsiteY22" fmla="*/ 91100 h 3032924"/>
              <a:gd name="connsiteX23" fmla="*/ 2854770 w 3239999"/>
              <a:gd name="connsiteY23" fmla="*/ 430441 h 3032924"/>
              <a:gd name="connsiteX24" fmla="*/ 3120669 w 3239999"/>
              <a:gd name="connsiteY24" fmla="*/ 428517 h 3032924"/>
              <a:gd name="connsiteX25" fmla="*/ 3120669 w 3239999"/>
              <a:gd name="connsiteY25" fmla="*/ 738345 h 3032924"/>
              <a:gd name="connsiteX26" fmla="*/ 3239999 w 3239999"/>
              <a:gd name="connsiteY26" fmla="*/ 738345 h 3032924"/>
              <a:gd name="connsiteX27" fmla="*/ 3239999 w 3239999"/>
              <a:gd name="connsiteY27" fmla="*/ 3032924 h 3032924"/>
              <a:gd name="connsiteX28" fmla="*/ 0 w 3239999"/>
              <a:gd name="connsiteY28" fmla="*/ 3032924 h 3032924"/>
              <a:gd name="connsiteX29" fmla="*/ 0 w 3239999"/>
              <a:gd name="connsiteY29" fmla="*/ 738345 h 3032924"/>
              <a:gd name="connsiteX30" fmla="*/ 102477 w 3239999"/>
              <a:gd name="connsiteY30" fmla="*/ 738345 h 3032924"/>
              <a:gd name="connsiteX31" fmla="*/ 102477 w 3239999"/>
              <a:gd name="connsiteY31" fmla="*/ 428517 h 3032924"/>
              <a:gd name="connsiteX32" fmla="*/ 385229 w 3239999"/>
              <a:gd name="connsiteY32" fmla="*/ 430441 h 3032924"/>
              <a:gd name="connsiteX33" fmla="*/ 386326 w 3239999"/>
              <a:gd name="connsiteY33" fmla="*/ 91100 h 3032924"/>
              <a:gd name="connsiteX34" fmla="*/ 833935 w 3239999"/>
              <a:gd name="connsiteY34" fmla="*/ 2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34" fmla="*/ 1668046 w 3239999"/>
              <a:gd name="connsiteY34" fmla="*/ 2869642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39143 w 3239999"/>
              <a:gd name="connsiteY32" fmla="*/ 2776423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3000856 w 3239999"/>
              <a:gd name="connsiteY3" fmla="*/ 2776423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  <a:gd name="connsiteX0" fmla="*/ 1576606 w 3239999"/>
              <a:gd name="connsiteY0" fmla="*/ 2778202 h 3032924"/>
              <a:gd name="connsiteX1" fmla="*/ 1663394 w 3239999"/>
              <a:gd name="connsiteY1" fmla="*/ 2778202 h 3032924"/>
              <a:gd name="connsiteX2" fmla="*/ 1663394 w 3239999"/>
              <a:gd name="connsiteY2" fmla="*/ 2776423 h 3032924"/>
              <a:gd name="connsiteX3" fmla="*/ 2991331 w 3239999"/>
              <a:gd name="connsiteY3" fmla="*/ 2709748 h 3032924"/>
              <a:gd name="connsiteX4" fmla="*/ 3000856 w 3239999"/>
              <a:gd name="connsiteY4" fmla="*/ 526981 h 3032924"/>
              <a:gd name="connsiteX5" fmla="*/ 2855082 w 3239999"/>
              <a:gd name="connsiteY5" fmla="*/ 526981 h 3032924"/>
              <a:gd name="connsiteX6" fmla="*/ 2861369 w 3239999"/>
              <a:gd name="connsiteY6" fmla="*/ 2472117 h 3032924"/>
              <a:gd name="connsiteX7" fmla="*/ 1663394 w 3239999"/>
              <a:gd name="connsiteY7" fmla="*/ 2765302 h 3032924"/>
              <a:gd name="connsiteX8" fmla="*/ 1663394 w 3239999"/>
              <a:gd name="connsiteY8" fmla="*/ 526981 h 3032924"/>
              <a:gd name="connsiteX9" fmla="*/ 1663394 w 3239999"/>
              <a:gd name="connsiteY9" fmla="*/ 430441 h 3032924"/>
              <a:gd name="connsiteX10" fmla="*/ 1663394 w 3239999"/>
              <a:gd name="connsiteY10" fmla="*/ 402054 h 3032924"/>
              <a:gd name="connsiteX11" fmla="*/ 2406065 w 3239999"/>
              <a:gd name="connsiteY11" fmla="*/ 22 h 3032924"/>
              <a:gd name="connsiteX12" fmla="*/ 2853673 w 3239999"/>
              <a:gd name="connsiteY12" fmla="*/ 91100 h 3032924"/>
              <a:gd name="connsiteX13" fmla="*/ 2854770 w 3239999"/>
              <a:gd name="connsiteY13" fmla="*/ 430441 h 3032924"/>
              <a:gd name="connsiteX14" fmla="*/ 3120669 w 3239999"/>
              <a:gd name="connsiteY14" fmla="*/ 428517 h 3032924"/>
              <a:gd name="connsiteX15" fmla="*/ 3120669 w 3239999"/>
              <a:gd name="connsiteY15" fmla="*/ 738345 h 3032924"/>
              <a:gd name="connsiteX16" fmla="*/ 3239999 w 3239999"/>
              <a:gd name="connsiteY16" fmla="*/ 738345 h 3032924"/>
              <a:gd name="connsiteX17" fmla="*/ 3239999 w 3239999"/>
              <a:gd name="connsiteY17" fmla="*/ 3032924 h 3032924"/>
              <a:gd name="connsiteX18" fmla="*/ 0 w 3239999"/>
              <a:gd name="connsiteY18" fmla="*/ 3032924 h 3032924"/>
              <a:gd name="connsiteX19" fmla="*/ 0 w 3239999"/>
              <a:gd name="connsiteY19" fmla="*/ 738345 h 3032924"/>
              <a:gd name="connsiteX20" fmla="*/ 102477 w 3239999"/>
              <a:gd name="connsiteY20" fmla="*/ 738345 h 3032924"/>
              <a:gd name="connsiteX21" fmla="*/ 102477 w 3239999"/>
              <a:gd name="connsiteY21" fmla="*/ 428517 h 3032924"/>
              <a:gd name="connsiteX22" fmla="*/ 385229 w 3239999"/>
              <a:gd name="connsiteY22" fmla="*/ 430441 h 3032924"/>
              <a:gd name="connsiteX23" fmla="*/ 386326 w 3239999"/>
              <a:gd name="connsiteY23" fmla="*/ 91100 h 3032924"/>
              <a:gd name="connsiteX24" fmla="*/ 833935 w 3239999"/>
              <a:gd name="connsiteY24" fmla="*/ 22 h 3032924"/>
              <a:gd name="connsiteX25" fmla="*/ 1576606 w 3239999"/>
              <a:gd name="connsiteY25" fmla="*/ 402054 h 3032924"/>
              <a:gd name="connsiteX26" fmla="*/ 1576606 w 3239999"/>
              <a:gd name="connsiteY26" fmla="*/ 430441 h 3032924"/>
              <a:gd name="connsiteX27" fmla="*/ 1576606 w 3239999"/>
              <a:gd name="connsiteY27" fmla="*/ 526981 h 3032924"/>
              <a:gd name="connsiteX28" fmla="*/ 1576606 w 3239999"/>
              <a:gd name="connsiteY28" fmla="*/ 2765302 h 3032924"/>
              <a:gd name="connsiteX29" fmla="*/ 378630 w 3239999"/>
              <a:gd name="connsiteY29" fmla="*/ 2472117 h 3032924"/>
              <a:gd name="connsiteX30" fmla="*/ 384918 w 3239999"/>
              <a:gd name="connsiteY30" fmla="*/ 526981 h 3032924"/>
              <a:gd name="connsiteX31" fmla="*/ 239143 w 3239999"/>
              <a:gd name="connsiteY31" fmla="*/ 526981 h 3032924"/>
              <a:gd name="connsiteX32" fmla="*/ 229618 w 3239999"/>
              <a:gd name="connsiteY32" fmla="*/ 2690698 h 3032924"/>
              <a:gd name="connsiteX33" fmla="*/ 1576606 w 3239999"/>
              <a:gd name="connsiteY33" fmla="*/ 2776423 h 3032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3239999" h="3032924">
                <a:moveTo>
                  <a:pt x="1576606" y="2778202"/>
                </a:moveTo>
                <a:cubicBezTo>
                  <a:pt x="1576606" y="2778795"/>
                  <a:pt x="1663394" y="2792670"/>
                  <a:pt x="1663394" y="2778202"/>
                </a:cubicBezTo>
                <a:lnTo>
                  <a:pt x="1663394" y="2776423"/>
                </a:lnTo>
                <a:cubicBezTo>
                  <a:pt x="2185083" y="2605634"/>
                  <a:pt x="2444552" y="2500589"/>
                  <a:pt x="2991331" y="2709748"/>
                </a:cubicBezTo>
                <a:lnTo>
                  <a:pt x="3000856" y="526981"/>
                </a:lnTo>
                <a:lnTo>
                  <a:pt x="2855082" y="526981"/>
                </a:lnTo>
                <a:cubicBezTo>
                  <a:pt x="2857178" y="1175360"/>
                  <a:pt x="2859273" y="1823738"/>
                  <a:pt x="2861369" y="2472117"/>
                </a:cubicBezTo>
                <a:cubicBezTo>
                  <a:pt x="2483869" y="2318121"/>
                  <a:pt x="2052449" y="2439541"/>
                  <a:pt x="1663394" y="2765302"/>
                </a:cubicBezTo>
                <a:lnTo>
                  <a:pt x="1663394" y="526981"/>
                </a:lnTo>
                <a:lnTo>
                  <a:pt x="1663394" y="430441"/>
                </a:lnTo>
                <a:lnTo>
                  <a:pt x="1663394" y="402054"/>
                </a:lnTo>
                <a:cubicBezTo>
                  <a:pt x="1896442" y="149589"/>
                  <a:pt x="2115835" y="2106"/>
                  <a:pt x="2406065" y="22"/>
                </a:cubicBezTo>
                <a:cubicBezTo>
                  <a:pt x="2537987" y="-925"/>
                  <a:pt x="2684544" y="28169"/>
                  <a:pt x="2853673" y="91100"/>
                </a:cubicBezTo>
                <a:cubicBezTo>
                  <a:pt x="2854039" y="204214"/>
                  <a:pt x="2854404" y="317327"/>
                  <a:pt x="2854770" y="430441"/>
                </a:cubicBezTo>
                <a:lnTo>
                  <a:pt x="3120669" y="428517"/>
                </a:lnTo>
                <a:lnTo>
                  <a:pt x="3120669" y="738345"/>
                </a:lnTo>
                <a:lnTo>
                  <a:pt x="3239999" y="738345"/>
                </a:lnTo>
                <a:lnTo>
                  <a:pt x="3239999" y="3032924"/>
                </a:lnTo>
                <a:lnTo>
                  <a:pt x="0" y="3032924"/>
                </a:lnTo>
                <a:lnTo>
                  <a:pt x="0" y="738345"/>
                </a:lnTo>
                <a:lnTo>
                  <a:pt x="102477" y="738345"/>
                </a:lnTo>
                <a:lnTo>
                  <a:pt x="102477" y="428517"/>
                </a:lnTo>
                <a:lnTo>
                  <a:pt x="385229" y="430441"/>
                </a:lnTo>
                <a:cubicBezTo>
                  <a:pt x="385595" y="317327"/>
                  <a:pt x="385960" y="204214"/>
                  <a:pt x="386326" y="91100"/>
                </a:cubicBezTo>
                <a:cubicBezTo>
                  <a:pt x="555455" y="28169"/>
                  <a:pt x="702013" y="-925"/>
                  <a:pt x="833935" y="22"/>
                </a:cubicBezTo>
                <a:cubicBezTo>
                  <a:pt x="1124164" y="2106"/>
                  <a:pt x="1343558" y="149589"/>
                  <a:pt x="1576606" y="402054"/>
                </a:cubicBezTo>
                <a:lnTo>
                  <a:pt x="1576606" y="430441"/>
                </a:lnTo>
                <a:lnTo>
                  <a:pt x="1576606" y="526981"/>
                </a:lnTo>
                <a:lnTo>
                  <a:pt x="1576606" y="2765302"/>
                </a:lnTo>
                <a:cubicBezTo>
                  <a:pt x="1187550" y="2439541"/>
                  <a:pt x="756130" y="2318121"/>
                  <a:pt x="378630" y="2472117"/>
                </a:cubicBezTo>
                <a:lnTo>
                  <a:pt x="384918" y="526981"/>
                </a:lnTo>
                <a:lnTo>
                  <a:pt x="239143" y="526981"/>
                </a:lnTo>
                <a:lnTo>
                  <a:pt x="229618" y="2690698"/>
                </a:lnTo>
                <a:cubicBezTo>
                  <a:pt x="773243" y="2466244"/>
                  <a:pt x="1081748" y="2626096"/>
                  <a:pt x="1576606" y="2776423"/>
                </a:cubicBezTo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Rectangle 30"/>
          <p:cNvSpPr/>
          <p:nvPr/>
        </p:nvSpPr>
        <p:spPr>
          <a:xfrm>
            <a:off x="3961298" y="1854512"/>
            <a:ext cx="319399" cy="318465"/>
          </a:xfrm>
          <a:custGeom>
            <a:avLst/>
            <a:gdLst/>
            <a:ahLst/>
            <a:cxnLst/>
            <a:rect l="l" t="t" r="r" b="b"/>
            <a:pathLst>
              <a:path w="3240000" h="3230531">
                <a:moveTo>
                  <a:pt x="720000" y="2697973"/>
                </a:moveTo>
                <a:cubicBezTo>
                  <a:pt x="680235" y="2697973"/>
                  <a:pt x="648000" y="2730208"/>
                  <a:pt x="648000" y="2769973"/>
                </a:cubicBezTo>
                <a:cubicBezTo>
                  <a:pt x="648000" y="2809738"/>
                  <a:pt x="680235" y="2841973"/>
                  <a:pt x="720000" y="2841973"/>
                </a:cubicBezTo>
                <a:lnTo>
                  <a:pt x="2520000" y="2841973"/>
                </a:lnTo>
                <a:cubicBezTo>
                  <a:pt x="2559765" y="2841973"/>
                  <a:pt x="2592000" y="2809738"/>
                  <a:pt x="2592000" y="2769973"/>
                </a:cubicBezTo>
                <a:cubicBezTo>
                  <a:pt x="2592000" y="2730208"/>
                  <a:pt x="2559765" y="2697973"/>
                  <a:pt x="2520000" y="2697973"/>
                </a:cubicBezTo>
                <a:close/>
                <a:moveTo>
                  <a:pt x="720000" y="2366733"/>
                </a:moveTo>
                <a:cubicBezTo>
                  <a:pt x="680235" y="2366733"/>
                  <a:pt x="648000" y="2398968"/>
                  <a:pt x="648000" y="2438733"/>
                </a:cubicBezTo>
                <a:cubicBezTo>
                  <a:pt x="648000" y="2478498"/>
                  <a:pt x="680235" y="2510733"/>
                  <a:pt x="720000" y="2510733"/>
                </a:cubicBezTo>
                <a:lnTo>
                  <a:pt x="2520000" y="2510733"/>
                </a:lnTo>
                <a:cubicBezTo>
                  <a:pt x="2559765" y="2510733"/>
                  <a:pt x="2592000" y="2478498"/>
                  <a:pt x="2592000" y="2438733"/>
                </a:cubicBezTo>
                <a:cubicBezTo>
                  <a:pt x="2592000" y="2398968"/>
                  <a:pt x="2559765" y="2366733"/>
                  <a:pt x="2520000" y="2366733"/>
                </a:cubicBezTo>
                <a:close/>
                <a:moveTo>
                  <a:pt x="720000" y="2035493"/>
                </a:moveTo>
                <a:cubicBezTo>
                  <a:pt x="680235" y="2035493"/>
                  <a:pt x="648000" y="2067728"/>
                  <a:pt x="648000" y="2107493"/>
                </a:cubicBezTo>
                <a:cubicBezTo>
                  <a:pt x="648000" y="2147258"/>
                  <a:pt x="680235" y="2179493"/>
                  <a:pt x="720000" y="2179493"/>
                </a:cubicBezTo>
                <a:lnTo>
                  <a:pt x="2520000" y="2179493"/>
                </a:lnTo>
                <a:cubicBezTo>
                  <a:pt x="2559765" y="2179493"/>
                  <a:pt x="2592000" y="2147258"/>
                  <a:pt x="2592000" y="2107493"/>
                </a:cubicBezTo>
                <a:cubicBezTo>
                  <a:pt x="2592000" y="2067728"/>
                  <a:pt x="2559765" y="2035493"/>
                  <a:pt x="2520000" y="2035493"/>
                </a:cubicBezTo>
                <a:close/>
                <a:moveTo>
                  <a:pt x="720000" y="1704253"/>
                </a:moveTo>
                <a:cubicBezTo>
                  <a:pt x="680235" y="1704253"/>
                  <a:pt x="648000" y="1736488"/>
                  <a:pt x="648000" y="1776253"/>
                </a:cubicBezTo>
                <a:cubicBezTo>
                  <a:pt x="648000" y="1816018"/>
                  <a:pt x="680235" y="1848253"/>
                  <a:pt x="720000" y="1848253"/>
                </a:cubicBezTo>
                <a:lnTo>
                  <a:pt x="2520000" y="1848253"/>
                </a:lnTo>
                <a:cubicBezTo>
                  <a:pt x="2559765" y="1848253"/>
                  <a:pt x="2592000" y="1816018"/>
                  <a:pt x="2592000" y="1776253"/>
                </a:cubicBezTo>
                <a:cubicBezTo>
                  <a:pt x="2592000" y="1736488"/>
                  <a:pt x="2559765" y="1704253"/>
                  <a:pt x="2520000" y="1704253"/>
                </a:cubicBezTo>
                <a:close/>
                <a:moveTo>
                  <a:pt x="720000" y="1373013"/>
                </a:moveTo>
                <a:cubicBezTo>
                  <a:pt x="680235" y="1373013"/>
                  <a:pt x="648000" y="1405248"/>
                  <a:pt x="648000" y="1445013"/>
                </a:cubicBezTo>
                <a:cubicBezTo>
                  <a:pt x="648000" y="1484778"/>
                  <a:pt x="680235" y="1517013"/>
                  <a:pt x="720000" y="1517013"/>
                </a:cubicBezTo>
                <a:lnTo>
                  <a:pt x="2520000" y="1517013"/>
                </a:lnTo>
                <a:cubicBezTo>
                  <a:pt x="2559765" y="1517013"/>
                  <a:pt x="2592000" y="1484778"/>
                  <a:pt x="2592000" y="1445013"/>
                </a:cubicBezTo>
                <a:cubicBezTo>
                  <a:pt x="2592000" y="1405248"/>
                  <a:pt x="2559765" y="1373013"/>
                  <a:pt x="2520000" y="1373013"/>
                </a:cubicBezTo>
                <a:close/>
                <a:moveTo>
                  <a:pt x="720000" y="1041773"/>
                </a:moveTo>
                <a:cubicBezTo>
                  <a:pt x="680235" y="1041773"/>
                  <a:pt x="648000" y="1074008"/>
                  <a:pt x="648000" y="1113773"/>
                </a:cubicBezTo>
                <a:cubicBezTo>
                  <a:pt x="648000" y="1153538"/>
                  <a:pt x="680235" y="1185773"/>
                  <a:pt x="720000" y="1185773"/>
                </a:cubicBezTo>
                <a:lnTo>
                  <a:pt x="2520000" y="1185773"/>
                </a:lnTo>
                <a:cubicBezTo>
                  <a:pt x="2559765" y="1185773"/>
                  <a:pt x="2592000" y="1153538"/>
                  <a:pt x="2592000" y="1113773"/>
                </a:cubicBezTo>
                <a:cubicBezTo>
                  <a:pt x="2592000" y="1074008"/>
                  <a:pt x="2559765" y="1041773"/>
                  <a:pt x="2520000" y="1041773"/>
                </a:cubicBezTo>
                <a:close/>
                <a:moveTo>
                  <a:pt x="0" y="305988"/>
                </a:moveTo>
                <a:lnTo>
                  <a:pt x="181957" y="305988"/>
                </a:lnTo>
                <a:lnTo>
                  <a:pt x="181957" y="470032"/>
                </a:lnTo>
                <a:cubicBezTo>
                  <a:pt x="181957" y="599267"/>
                  <a:pt x="286722" y="704032"/>
                  <a:pt x="415957" y="704032"/>
                </a:cubicBezTo>
                <a:cubicBezTo>
                  <a:pt x="545192" y="704032"/>
                  <a:pt x="649957" y="599267"/>
                  <a:pt x="649957" y="470032"/>
                </a:cubicBezTo>
                <a:lnTo>
                  <a:pt x="649957" y="305988"/>
                </a:lnTo>
                <a:lnTo>
                  <a:pt x="802357" y="305988"/>
                </a:lnTo>
                <a:lnTo>
                  <a:pt x="802357" y="470031"/>
                </a:lnTo>
                <a:cubicBezTo>
                  <a:pt x="802357" y="599266"/>
                  <a:pt x="907122" y="704031"/>
                  <a:pt x="1036357" y="704031"/>
                </a:cubicBezTo>
                <a:cubicBezTo>
                  <a:pt x="1165592" y="704031"/>
                  <a:pt x="1270357" y="599266"/>
                  <a:pt x="1270357" y="470031"/>
                </a:cubicBezTo>
                <a:lnTo>
                  <a:pt x="1270357" y="305988"/>
                </a:lnTo>
                <a:lnTo>
                  <a:pt x="1422757" y="305988"/>
                </a:lnTo>
                <a:lnTo>
                  <a:pt x="1422757" y="470030"/>
                </a:lnTo>
                <a:cubicBezTo>
                  <a:pt x="1422757" y="599265"/>
                  <a:pt x="1527522" y="704030"/>
                  <a:pt x="1656757" y="704030"/>
                </a:cubicBezTo>
                <a:cubicBezTo>
                  <a:pt x="1785992" y="704030"/>
                  <a:pt x="1890757" y="599265"/>
                  <a:pt x="1890757" y="470030"/>
                </a:cubicBezTo>
                <a:lnTo>
                  <a:pt x="1890757" y="305988"/>
                </a:lnTo>
                <a:lnTo>
                  <a:pt x="2043157" y="305988"/>
                </a:lnTo>
                <a:lnTo>
                  <a:pt x="2043157" y="470029"/>
                </a:lnTo>
                <a:cubicBezTo>
                  <a:pt x="2043157" y="599264"/>
                  <a:pt x="2147922" y="704029"/>
                  <a:pt x="2277157" y="704029"/>
                </a:cubicBezTo>
                <a:cubicBezTo>
                  <a:pt x="2406392" y="704029"/>
                  <a:pt x="2511157" y="599264"/>
                  <a:pt x="2511157" y="470029"/>
                </a:cubicBezTo>
                <a:lnTo>
                  <a:pt x="2511157" y="305988"/>
                </a:lnTo>
                <a:lnTo>
                  <a:pt x="2663557" y="305988"/>
                </a:lnTo>
                <a:lnTo>
                  <a:pt x="2663557" y="470028"/>
                </a:lnTo>
                <a:cubicBezTo>
                  <a:pt x="2663557" y="599263"/>
                  <a:pt x="2768322" y="704028"/>
                  <a:pt x="2897557" y="704028"/>
                </a:cubicBezTo>
                <a:cubicBezTo>
                  <a:pt x="3026792" y="704028"/>
                  <a:pt x="3131557" y="599263"/>
                  <a:pt x="3131557" y="470028"/>
                </a:cubicBezTo>
                <a:lnTo>
                  <a:pt x="3131557" y="305988"/>
                </a:lnTo>
                <a:lnTo>
                  <a:pt x="3240000" y="305988"/>
                </a:lnTo>
                <a:lnTo>
                  <a:pt x="3240000" y="3230531"/>
                </a:lnTo>
                <a:lnTo>
                  <a:pt x="0" y="3230531"/>
                </a:lnTo>
                <a:close/>
                <a:moveTo>
                  <a:pt x="415957" y="4"/>
                </a:moveTo>
                <a:cubicBezTo>
                  <a:pt x="485545" y="4"/>
                  <a:pt x="541957" y="56416"/>
                  <a:pt x="541957" y="126004"/>
                </a:cubicBezTo>
                <a:lnTo>
                  <a:pt x="541957" y="485972"/>
                </a:lnTo>
                <a:cubicBezTo>
                  <a:pt x="541957" y="555560"/>
                  <a:pt x="485545" y="611972"/>
                  <a:pt x="415957" y="611972"/>
                </a:cubicBezTo>
                <a:cubicBezTo>
                  <a:pt x="346369" y="611972"/>
                  <a:pt x="289957" y="555560"/>
                  <a:pt x="289957" y="485972"/>
                </a:cubicBezTo>
                <a:lnTo>
                  <a:pt x="289957" y="126004"/>
                </a:lnTo>
                <a:cubicBezTo>
                  <a:pt x="289957" y="56416"/>
                  <a:pt x="346369" y="4"/>
                  <a:pt x="415957" y="4"/>
                </a:cubicBezTo>
                <a:close/>
                <a:moveTo>
                  <a:pt x="1036357" y="3"/>
                </a:moveTo>
                <a:cubicBezTo>
                  <a:pt x="1105945" y="3"/>
                  <a:pt x="1162357" y="56415"/>
                  <a:pt x="1162357" y="126003"/>
                </a:cubicBezTo>
                <a:lnTo>
                  <a:pt x="1162357" y="485971"/>
                </a:lnTo>
                <a:cubicBezTo>
                  <a:pt x="1162357" y="555559"/>
                  <a:pt x="1105945" y="611971"/>
                  <a:pt x="1036357" y="611971"/>
                </a:cubicBezTo>
                <a:cubicBezTo>
                  <a:pt x="966769" y="611971"/>
                  <a:pt x="910357" y="555559"/>
                  <a:pt x="910357" y="485971"/>
                </a:cubicBezTo>
                <a:lnTo>
                  <a:pt x="910357" y="126003"/>
                </a:lnTo>
                <a:cubicBezTo>
                  <a:pt x="910357" y="56415"/>
                  <a:pt x="966769" y="3"/>
                  <a:pt x="1036357" y="3"/>
                </a:cubicBezTo>
                <a:close/>
                <a:moveTo>
                  <a:pt x="1656757" y="2"/>
                </a:moveTo>
                <a:cubicBezTo>
                  <a:pt x="1726345" y="2"/>
                  <a:pt x="1782757" y="56414"/>
                  <a:pt x="1782757" y="126002"/>
                </a:cubicBezTo>
                <a:lnTo>
                  <a:pt x="1782757" y="485970"/>
                </a:lnTo>
                <a:cubicBezTo>
                  <a:pt x="1782757" y="555558"/>
                  <a:pt x="1726345" y="611970"/>
                  <a:pt x="1656757" y="611970"/>
                </a:cubicBezTo>
                <a:cubicBezTo>
                  <a:pt x="1587169" y="611970"/>
                  <a:pt x="1530757" y="555558"/>
                  <a:pt x="1530757" y="485970"/>
                </a:cubicBezTo>
                <a:lnTo>
                  <a:pt x="1530757" y="126002"/>
                </a:lnTo>
                <a:cubicBezTo>
                  <a:pt x="1530757" y="56414"/>
                  <a:pt x="1587169" y="2"/>
                  <a:pt x="1656757" y="2"/>
                </a:cubicBezTo>
                <a:close/>
                <a:moveTo>
                  <a:pt x="2277157" y="1"/>
                </a:moveTo>
                <a:cubicBezTo>
                  <a:pt x="2346745" y="1"/>
                  <a:pt x="2403157" y="56413"/>
                  <a:pt x="2403157" y="126001"/>
                </a:cubicBezTo>
                <a:lnTo>
                  <a:pt x="2403157" y="485969"/>
                </a:lnTo>
                <a:cubicBezTo>
                  <a:pt x="2403157" y="555557"/>
                  <a:pt x="2346745" y="611969"/>
                  <a:pt x="2277157" y="611969"/>
                </a:cubicBezTo>
                <a:cubicBezTo>
                  <a:pt x="2207569" y="611969"/>
                  <a:pt x="2151157" y="555557"/>
                  <a:pt x="2151157" y="485969"/>
                </a:cubicBezTo>
                <a:lnTo>
                  <a:pt x="2151157" y="126001"/>
                </a:lnTo>
                <a:cubicBezTo>
                  <a:pt x="2151157" y="56413"/>
                  <a:pt x="2207569" y="1"/>
                  <a:pt x="2277157" y="1"/>
                </a:cubicBezTo>
                <a:close/>
                <a:moveTo>
                  <a:pt x="2897557" y="0"/>
                </a:moveTo>
                <a:cubicBezTo>
                  <a:pt x="2967145" y="0"/>
                  <a:pt x="3023557" y="56412"/>
                  <a:pt x="3023557" y="126000"/>
                </a:cubicBezTo>
                <a:lnTo>
                  <a:pt x="3023557" y="485968"/>
                </a:lnTo>
                <a:cubicBezTo>
                  <a:pt x="3023557" y="555556"/>
                  <a:pt x="2967145" y="611968"/>
                  <a:pt x="2897557" y="611968"/>
                </a:cubicBezTo>
                <a:cubicBezTo>
                  <a:pt x="2827969" y="611968"/>
                  <a:pt x="2771557" y="555556"/>
                  <a:pt x="2771557" y="485968"/>
                </a:cubicBezTo>
                <a:lnTo>
                  <a:pt x="2771557" y="126000"/>
                </a:lnTo>
                <a:cubicBezTo>
                  <a:pt x="2771557" y="56412"/>
                  <a:pt x="2827969" y="0"/>
                  <a:pt x="289755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0" name="Rectangle 5"/>
          <p:cNvSpPr/>
          <p:nvPr/>
        </p:nvSpPr>
        <p:spPr>
          <a:xfrm>
            <a:off x="827584" y="1578127"/>
            <a:ext cx="775836" cy="779354"/>
          </a:xfrm>
          <a:custGeom>
            <a:avLst/>
            <a:gdLst/>
            <a:ahLst/>
            <a:cxnLst/>
            <a:rect l="l" t="t" r="r" b="b"/>
            <a:pathLst>
              <a:path w="3232324" h="3246981">
                <a:moveTo>
                  <a:pt x="2582027" y="1122104"/>
                </a:moveTo>
                <a:lnTo>
                  <a:pt x="2470718" y="1909817"/>
                </a:lnTo>
                <a:lnTo>
                  <a:pt x="2655176" y="1909817"/>
                </a:lnTo>
                <a:lnTo>
                  <a:pt x="2894235" y="1122104"/>
                </a:lnTo>
                <a:close/>
                <a:moveTo>
                  <a:pt x="1983935" y="1122104"/>
                </a:moveTo>
                <a:lnTo>
                  <a:pt x="1983935" y="1909817"/>
                </a:lnTo>
                <a:lnTo>
                  <a:pt x="2179857" y="1909817"/>
                </a:lnTo>
                <a:lnTo>
                  <a:pt x="2291166" y="1122104"/>
                </a:lnTo>
                <a:close/>
                <a:moveTo>
                  <a:pt x="1364730" y="1122104"/>
                </a:moveTo>
                <a:lnTo>
                  <a:pt x="1528171" y="1909817"/>
                </a:lnTo>
                <a:lnTo>
                  <a:pt x="1695935" y="1909817"/>
                </a:lnTo>
                <a:lnTo>
                  <a:pt x="1695935" y="1122104"/>
                </a:lnTo>
                <a:close/>
                <a:moveTo>
                  <a:pt x="809062" y="1122104"/>
                </a:moveTo>
                <a:lnTo>
                  <a:pt x="1020129" y="1909817"/>
                </a:lnTo>
                <a:lnTo>
                  <a:pt x="1234038" y="1909817"/>
                </a:lnTo>
                <a:lnTo>
                  <a:pt x="1070597" y="1122104"/>
                </a:lnTo>
                <a:close/>
                <a:moveTo>
                  <a:pt x="508395" y="0"/>
                </a:moveTo>
                <a:lnTo>
                  <a:pt x="731892" y="834104"/>
                </a:lnTo>
                <a:lnTo>
                  <a:pt x="3079752" y="834104"/>
                </a:lnTo>
                <a:lnTo>
                  <a:pt x="3079752" y="837748"/>
                </a:lnTo>
                <a:cubicBezTo>
                  <a:pt x="3095169" y="835588"/>
                  <a:pt x="3111022" y="837487"/>
                  <a:pt x="3126689" y="842241"/>
                </a:cubicBezTo>
                <a:lnTo>
                  <a:pt x="3132119" y="843889"/>
                </a:lnTo>
                <a:cubicBezTo>
                  <a:pt x="3206721" y="866530"/>
                  <a:pt x="3248844" y="945361"/>
                  <a:pt x="3226204" y="1019963"/>
                </a:cubicBezTo>
                <a:lnTo>
                  <a:pt x="2897169" y="2104152"/>
                </a:lnTo>
                <a:cubicBezTo>
                  <a:pt x="2874528" y="2178754"/>
                  <a:pt x="2795697" y="2220878"/>
                  <a:pt x="2721095" y="2198237"/>
                </a:cubicBezTo>
                <a:lnTo>
                  <a:pt x="2719712" y="2197817"/>
                </a:lnTo>
                <a:lnTo>
                  <a:pt x="1097298" y="2197817"/>
                </a:lnTo>
                <a:lnTo>
                  <a:pt x="1164401" y="2448247"/>
                </a:lnTo>
                <a:lnTo>
                  <a:pt x="2790580" y="2448247"/>
                </a:lnTo>
                <a:lnTo>
                  <a:pt x="2790580" y="2727282"/>
                </a:lnTo>
                <a:cubicBezTo>
                  <a:pt x="2870792" y="2776244"/>
                  <a:pt x="2923892" y="2864731"/>
                  <a:pt x="2923892" y="2965619"/>
                </a:cubicBezTo>
                <a:cubicBezTo>
                  <a:pt x="2923892" y="3121011"/>
                  <a:pt x="2797922" y="3246981"/>
                  <a:pt x="2642530" y="3246981"/>
                </a:cubicBezTo>
                <a:cubicBezTo>
                  <a:pt x="2487138" y="3246981"/>
                  <a:pt x="2361168" y="3121011"/>
                  <a:pt x="2361168" y="2965619"/>
                </a:cubicBezTo>
                <a:cubicBezTo>
                  <a:pt x="2361168" y="2870712"/>
                  <a:pt x="2408159" y="2786780"/>
                  <a:pt x="2480445" y="2736247"/>
                </a:cubicBezTo>
                <a:lnTo>
                  <a:pt x="1241570" y="2736247"/>
                </a:lnTo>
                <a:lnTo>
                  <a:pt x="1242001" y="2737856"/>
                </a:lnTo>
                <a:cubicBezTo>
                  <a:pt x="1313232" y="2788385"/>
                  <a:pt x="1359328" y="2871619"/>
                  <a:pt x="1359328" y="2965619"/>
                </a:cubicBezTo>
                <a:cubicBezTo>
                  <a:pt x="1359328" y="3121011"/>
                  <a:pt x="1233358" y="3246981"/>
                  <a:pt x="1077966" y="3246981"/>
                </a:cubicBezTo>
                <a:cubicBezTo>
                  <a:pt x="922574" y="3246981"/>
                  <a:pt x="796604" y="3121011"/>
                  <a:pt x="796604" y="2965619"/>
                </a:cubicBezTo>
                <a:cubicBezTo>
                  <a:pt x="796604" y="2860780"/>
                  <a:pt x="853945" y="2769332"/>
                  <a:pt x="939600" y="2722026"/>
                </a:cubicBezTo>
                <a:lnTo>
                  <a:pt x="291534" y="303409"/>
                </a:lnTo>
                <a:lnTo>
                  <a:pt x="0" y="303409"/>
                </a:lnTo>
                <a:lnTo>
                  <a:pt x="0" y="15409"/>
                </a:lnTo>
                <a:lnTo>
                  <a:pt x="450887" y="15409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Block Arc 14"/>
          <p:cNvSpPr/>
          <p:nvPr/>
        </p:nvSpPr>
        <p:spPr>
          <a:xfrm rot="16200000">
            <a:off x="1952841" y="1657132"/>
            <a:ext cx="1471684" cy="1472652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48064" y="1415544"/>
            <a:ext cx="34563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200" dirty="0">
                <a:cs typeface="Arial" pitchFamily="34" charset="0"/>
              </a:rPr>
              <a:t>The Smart Environment and Safety Monitoring System was successfully developed using </a:t>
            </a:r>
            <a:r>
              <a:rPr lang="en-US" altLang="ko-KR" sz="1200" dirty="0" err="1">
                <a:cs typeface="Arial" pitchFamily="34" charset="0"/>
              </a:rPr>
              <a:t>Arduino</a:t>
            </a:r>
            <a:r>
              <a:rPr lang="en-US" altLang="ko-KR" sz="1200" dirty="0">
                <a:cs typeface="Arial" pitchFamily="34" charset="0"/>
              </a:rPr>
              <a:t> and various sensors. It effectively monitors soil moisture, temperature, humidity, gas levels, fire, and movement, and provides real-time feedback with an automatic buzzer alert for any danger. The system is low-cost, easy to use, and suitable for real-life applications like smart farming, home safety, and environmental monitoring. It also provides a solid base for future development with </a:t>
            </a:r>
            <a:r>
              <a:rPr lang="en-US" altLang="ko-KR" sz="1200" dirty="0" err="1">
                <a:cs typeface="Arial" pitchFamily="34" charset="0"/>
              </a:rPr>
              <a:t>IoT</a:t>
            </a:r>
            <a:r>
              <a:rPr lang="en-US" altLang="ko-KR" sz="1200" dirty="0">
                <a:cs typeface="Arial" pitchFamily="34" charset="0"/>
              </a:rPr>
              <a:t> and mobile integration.</a:t>
            </a:r>
          </a:p>
        </p:txBody>
      </p:sp>
    </p:spTree>
    <p:extLst>
      <p:ext uri="{BB962C8B-B14F-4D97-AF65-F5344CB8AC3E}">
        <p14:creationId xmlns:p14="http://schemas.microsoft.com/office/powerpoint/2010/main" val="2177895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779912" y="-15958"/>
            <a:ext cx="2160240" cy="884466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r>
              <a:rPr lang="en-US" altLang="ko-KR" sz="3200" dirty="0" smtClean="0">
                <a:solidFill>
                  <a:schemeClr val="accent5"/>
                </a:solidFill>
              </a:rPr>
              <a:t>Reference</a:t>
            </a:r>
            <a:endParaRPr lang="ko-KR" alt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1547664" y="1203598"/>
            <a:ext cx="75608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[1] R. Kaur and M. Singh, "</a:t>
            </a:r>
            <a:r>
              <a:rPr lang="en-US" sz="1400" dirty="0" err="1"/>
              <a:t>IoT</a:t>
            </a:r>
            <a:r>
              <a:rPr lang="en-US" sz="1400" dirty="0"/>
              <a:t> Based Smart Agriculture Monitoring System," in Proc. IEEE Int. Conf. Electrical, Computer and Communication Technologies (ICECCT), Coimbatore, India, Feb. 2018, pp. 1-5. </a:t>
            </a:r>
            <a:r>
              <a:rPr lang="en-US" sz="1400" dirty="0" err="1"/>
              <a:t>doi</a:t>
            </a:r>
            <a:r>
              <a:rPr lang="en-US" sz="1400" dirty="0"/>
              <a:t>: 10.1109/ICECCT.2018.8474802.</a:t>
            </a:r>
          </a:p>
        </p:txBody>
      </p:sp>
      <p:sp>
        <p:nvSpPr>
          <p:cNvPr id="6" name="Rectangle 5"/>
          <p:cNvSpPr/>
          <p:nvPr/>
        </p:nvSpPr>
        <p:spPr>
          <a:xfrm>
            <a:off x="1547664" y="2039199"/>
            <a:ext cx="756084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[2] S. R. </a:t>
            </a:r>
            <a:r>
              <a:rPr lang="en-US" sz="1400" dirty="0" err="1"/>
              <a:t>Jaiswal</a:t>
            </a:r>
            <a:r>
              <a:rPr lang="en-US" sz="1400" dirty="0"/>
              <a:t> and P. K. Gupta, "Smart Fire Detection and Alert System using </a:t>
            </a:r>
            <a:r>
              <a:rPr lang="en-US" sz="1400" dirty="0" err="1"/>
              <a:t>IoT</a:t>
            </a:r>
            <a:r>
              <a:rPr lang="en-US" sz="1400" dirty="0"/>
              <a:t>," in Proc. IEEE Int. Conf. Communication and Electronics Systems (ICCES), Coimbatore, India, July 2019, pp. 1-5. </a:t>
            </a:r>
            <a:r>
              <a:rPr lang="en-US" sz="1400" dirty="0" err="1"/>
              <a:t>doi</a:t>
            </a:r>
            <a:r>
              <a:rPr lang="en-US" sz="1400" dirty="0"/>
              <a:t>: 10.1109/ICICICT46008.2019.8993270.</a:t>
            </a:r>
          </a:p>
        </p:txBody>
      </p:sp>
      <p:sp>
        <p:nvSpPr>
          <p:cNvPr id="7" name="Rectangle 6"/>
          <p:cNvSpPr/>
          <p:nvPr/>
        </p:nvSpPr>
        <p:spPr>
          <a:xfrm>
            <a:off x="1541480" y="2874800"/>
            <a:ext cx="756702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[3] H. Sharma and A. Ghosh, "</a:t>
            </a:r>
            <a:r>
              <a:rPr lang="en-US" sz="1400" dirty="0" err="1"/>
              <a:t>IoT</a:t>
            </a:r>
            <a:r>
              <a:rPr lang="en-US" sz="1400" dirty="0"/>
              <a:t> Based Home Security System with Smart Surveillance and Intruder Alert," in Proc. IEEE Int. Conf. Electrical, Computer and Communication Technologies (ICECCT), Coimbatore, India, Feb. 2018, pp. 1-5. </a:t>
            </a:r>
            <a:r>
              <a:rPr lang="en-US" sz="1400" dirty="0" err="1"/>
              <a:t>doi</a:t>
            </a:r>
            <a:r>
              <a:rPr lang="en-US" sz="1400" dirty="0"/>
              <a:t>: 10.1109/ICECA.2018.8474737.</a:t>
            </a:r>
          </a:p>
        </p:txBody>
      </p:sp>
    </p:spTree>
    <p:extLst>
      <p:ext uri="{BB962C8B-B14F-4D97-AF65-F5344CB8AC3E}">
        <p14:creationId xmlns:p14="http://schemas.microsoft.com/office/powerpoint/2010/main" val="156436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 rot="17995255">
            <a:off x="920128" y="1446917"/>
            <a:ext cx="1503255" cy="1500689"/>
            <a:chOff x="2417597" y="1836205"/>
            <a:chExt cx="1913618" cy="1910351"/>
          </a:xfrm>
        </p:grpSpPr>
        <p:sp>
          <p:nvSpPr>
            <p:cNvPr id="33" name="Block Arc 32"/>
            <p:cNvSpPr/>
            <p:nvPr/>
          </p:nvSpPr>
          <p:spPr>
            <a:xfrm>
              <a:off x="2420864" y="1836205"/>
              <a:ext cx="1910351" cy="1910351"/>
            </a:xfrm>
            <a:prstGeom prst="blockArc">
              <a:avLst>
                <a:gd name="adj1" fmla="val 10800000"/>
                <a:gd name="adj2" fmla="val 21522627"/>
                <a:gd name="adj3" fmla="val 20545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420864" y="2762119"/>
              <a:ext cx="396000" cy="72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935215" y="2762119"/>
              <a:ext cx="396000" cy="720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2417597" y="3475288"/>
              <a:ext cx="396000" cy="1787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3931941" y="3475283"/>
              <a:ext cx="396000" cy="17872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1" name="Group 60"/>
          <p:cNvGrpSpPr/>
          <p:nvPr/>
        </p:nvGrpSpPr>
        <p:grpSpPr>
          <a:xfrm>
            <a:off x="2136600" y="1944469"/>
            <a:ext cx="1798531" cy="1989033"/>
            <a:chOff x="2136600" y="1944469"/>
            <a:chExt cx="1798531" cy="1989033"/>
          </a:xfrm>
        </p:grpSpPr>
        <p:sp>
          <p:nvSpPr>
            <p:cNvPr id="10" name="Rectangle 9"/>
            <p:cNvSpPr/>
            <p:nvPr/>
          </p:nvSpPr>
          <p:spPr>
            <a:xfrm rot="20695255">
              <a:off x="2591704" y="2950484"/>
              <a:ext cx="263476" cy="246637"/>
            </a:xfrm>
            <a:custGeom>
              <a:avLst/>
              <a:gdLst>
                <a:gd name="connsiteX0" fmla="*/ 833935 w 3239999"/>
                <a:gd name="connsiteY0" fmla="*/ 22 h 3032924"/>
                <a:gd name="connsiteX1" fmla="*/ 1576606 w 3239999"/>
                <a:gd name="connsiteY1" fmla="*/ 402054 h 3032924"/>
                <a:gd name="connsiteX2" fmla="*/ 1576606 w 3239999"/>
                <a:gd name="connsiteY2" fmla="*/ 430441 h 3032924"/>
                <a:gd name="connsiteX3" fmla="*/ 1576606 w 3239999"/>
                <a:gd name="connsiteY3" fmla="*/ 526981 h 3032924"/>
                <a:gd name="connsiteX4" fmla="*/ 1576606 w 3239999"/>
                <a:gd name="connsiteY4" fmla="*/ 2765302 h 3032924"/>
                <a:gd name="connsiteX5" fmla="*/ 378630 w 3239999"/>
                <a:gd name="connsiteY5" fmla="*/ 2472117 h 3032924"/>
                <a:gd name="connsiteX6" fmla="*/ 384918 w 3239999"/>
                <a:gd name="connsiteY6" fmla="*/ 526981 h 3032924"/>
                <a:gd name="connsiteX7" fmla="*/ 239143 w 3239999"/>
                <a:gd name="connsiteY7" fmla="*/ 526981 h 3032924"/>
                <a:gd name="connsiteX8" fmla="*/ 239143 w 3239999"/>
                <a:gd name="connsiteY8" fmla="*/ 2776423 h 3032924"/>
                <a:gd name="connsiteX9" fmla="*/ 1576606 w 3239999"/>
                <a:gd name="connsiteY9" fmla="*/ 2776423 h 3032924"/>
                <a:gd name="connsiteX10" fmla="*/ 1576606 w 3239999"/>
                <a:gd name="connsiteY10" fmla="*/ 2778202 h 3032924"/>
                <a:gd name="connsiteX11" fmla="*/ 1663394 w 3239999"/>
                <a:gd name="connsiteY11" fmla="*/ 2778202 h 3032924"/>
                <a:gd name="connsiteX12" fmla="*/ 1663394 w 3239999"/>
                <a:gd name="connsiteY12" fmla="*/ 2776423 h 3032924"/>
                <a:gd name="connsiteX13" fmla="*/ 3000856 w 3239999"/>
                <a:gd name="connsiteY13" fmla="*/ 2776423 h 3032924"/>
                <a:gd name="connsiteX14" fmla="*/ 3000856 w 3239999"/>
                <a:gd name="connsiteY14" fmla="*/ 526981 h 3032924"/>
                <a:gd name="connsiteX15" fmla="*/ 2855082 w 3239999"/>
                <a:gd name="connsiteY15" fmla="*/ 526981 h 3032924"/>
                <a:gd name="connsiteX16" fmla="*/ 2861369 w 3239999"/>
                <a:gd name="connsiteY16" fmla="*/ 2472117 h 3032924"/>
                <a:gd name="connsiteX17" fmla="*/ 1663394 w 3239999"/>
                <a:gd name="connsiteY17" fmla="*/ 2765302 h 3032924"/>
                <a:gd name="connsiteX18" fmla="*/ 1663394 w 3239999"/>
                <a:gd name="connsiteY18" fmla="*/ 526981 h 3032924"/>
                <a:gd name="connsiteX19" fmla="*/ 1663394 w 3239999"/>
                <a:gd name="connsiteY19" fmla="*/ 430441 h 3032924"/>
                <a:gd name="connsiteX20" fmla="*/ 1663394 w 3239999"/>
                <a:gd name="connsiteY20" fmla="*/ 402054 h 3032924"/>
                <a:gd name="connsiteX21" fmla="*/ 2406065 w 3239999"/>
                <a:gd name="connsiteY21" fmla="*/ 22 h 3032924"/>
                <a:gd name="connsiteX22" fmla="*/ 2853673 w 3239999"/>
                <a:gd name="connsiteY22" fmla="*/ 91100 h 3032924"/>
                <a:gd name="connsiteX23" fmla="*/ 2854770 w 3239999"/>
                <a:gd name="connsiteY23" fmla="*/ 430441 h 3032924"/>
                <a:gd name="connsiteX24" fmla="*/ 3120669 w 3239999"/>
                <a:gd name="connsiteY24" fmla="*/ 428517 h 3032924"/>
                <a:gd name="connsiteX25" fmla="*/ 3120669 w 3239999"/>
                <a:gd name="connsiteY25" fmla="*/ 738345 h 3032924"/>
                <a:gd name="connsiteX26" fmla="*/ 3239999 w 3239999"/>
                <a:gd name="connsiteY26" fmla="*/ 738345 h 3032924"/>
                <a:gd name="connsiteX27" fmla="*/ 3239999 w 3239999"/>
                <a:gd name="connsiteY27" fmla="*/ 3032924 h 3032924"/>
                <a:gd name="connsiteX28" fmla="*/ 0 w 3239999"/>
                <a:gd name="connsiteY28" fmla="*/ 3032924 h 3032924"/>
                <a:gd name="connsiteX29" fmla="*/ 0 w 3239999"/>
                <a:gd name="connsiteY29" fmla="*/ 738345 h 3032924"/>
                <a:gd name="connsiteX30" fmla="*/ 102477 w 3239999"/>
                <a:gd name="connsiteY30" fmla="*/ 738345 h 3032924"/>
                <a:gd name="connsiteX31" fmla="*/ 102477 w 3239999"/>
                <a:gd name="connsiteY31" fmla="*/ 428517 h 3032924"/>
                <a:gd name="connsiteX32" fmla="*/ 385229 w 3239999"/>
                <a:gd name="connsiteY32" fmla="*/ 430441 h 3032924"/>
                <a:gd name="connsiteX33" fmla="*/ 386326 w 3239999"/>
                <a:gd name="connsiteY33" fmla="*/ 91100 h 3032924"/>
                <a:gd name="connsiteX34" fmla="*/ 833935 w 3239999"/>
                <a:gd name="connsiteY34" fmla="*/ 22 h 3032924"/>
                <a:gd name="connsiteX0" fmla="*/ 833935 w 3239999"/>
                <a:gd name="connsiteY0" fmla="*/ 22 h 3032924"/>
                <a:gd name="connsiteX1" fmla="*/ 1576606 w 3239999"/>
                <a:gd name="connsiteY1" fmla="*/ 402054 h 3032924"/>
                <a:gd name="connsiteX2" fmla="*/ 1576606 w 3239999"/>
                <a:gd name="connsiteY2" fmla="*/ 430441 h 3032924"/>
                <a:gd name="connsiteX3" fmla="*/ 1576606 w 3239999"/>
                <a:gd name="connsiteY3" fmla="*/ 526981 h 3032924"/>
                <a:gd name="connsiteX4" fmla="*/ 1576606 w 3239999"/>
                <a:gd name="connsiteY4" fmla="*/ 2765302 h 3032924"/>
                <a:gd name="connsiteX5" fmla="*/ 378630 w 3239999"/>
                <a:gd name="connsiteY5" fmla="*/ 2472117 h 3032924"/>
                <a:gd name="connsiteX6" fmla="*/ 384918 w 3239999"/>
                <a:gd name="connsiteY6" fmla="*/ 526981 h 3032924"/>
                <a:gd name="connsiteX7" fmla="*/ 239143 w 3239999"/>
                <a:gd name="connsiteY7" fmla="*/ 526981 h 3032924"/>
                <a:gd name="connsiteX8" fmla="*/ 239143 w 3239999"/>
                <a:gd name="connsiteY8" fmla="*/ 2776423 h 3032924"/>
                <a:gd name="connsiteX9" fmla="*/ 1576606 w 3239999"/>
                <a:gd name="connsiteY9" fmla="*/ 2776423 h 3032924"/>
                <a:gd name="connsiteX10" fmla="*/ 1576606 w 3239999"/>
                <a:gd name="connsiteY10" fmla="*/ 2778202 h 3032924"/>
                <a:gd name="connsiteX11" fmla="*/ 1663394 w 3239999"/>
                <a:gd name="connsiteY11" fmla="*/ 2778202 h 3032924"/>
                <a:gd name="connsiteX12" fmla="*/ 1663394 w 3239999"/>
                <a:gd name="connsiteY12" fmla="*/ 2776423 h 3032924"/>
                <a:gd name="connsiteX13" fmla="*/ 3000856 w 3239999"/>
                <a:gd name="connsiteY13" fmla="*/ 2776423 h 3032924"/>
                <a:gd name="connsiteX14" fmla="*/ 3000856 w 3239999"/>
                <a:gd name="connsiteY14" fmla="*/ 526981 h 3032924"/>
                <a:gd name="connsiteX15" fmla="*/ 2855082 w 3239999"/>
                <a:gd name="connsiteY15" fmla="*/ 526981 h 3032924"/>
                <a:gd name="connsiteX16" fmla="*/ 2861369 w 3239999"/>
                <a:gd name="connsiteY16" fmla="*/ 2472117 h 3032924"/>
                <a:gd name="connsiteX17" fmla="*/ 1663394 w 3239999"/>
                <a:gd name="connsiteY17" fmla="*/ 2765302 h 3032924"/>
                <a:gd name="connsiteX18" fmla="*/ 1663394 w 3239999"/>
                <a:gd name="connsiteY18" fmla="*/ 526981 h 3032924"/>
                <a:gd name="connsiteX19" fmla="*/ 1663394 w 3239999"/>
                <a:gd name="connsiteY19" fmla="*/ 430441 h 3032924"/>
                <a:gd name="connsiteX20" fmla="*/ 1663394 w 3239999"/>
                <a:gd name="connsiteY20" fmla="*/ 402054 h 3032924"/>
                <a:gd name="connsiteX21" fmla="*/ 2406065 w 3239999"/>
                <a:gd name="connsiteY21" fmla="*/ 22 h 3032924"/>
                <a:gd name="connsiteX22" fmla="*/ 2853673 w 3239999"/>
                <a:gd name="connsiteY22" fmla="*/ 91100 h 3032924"/>
                <a:gd name="connsiteX23" fmla="*/ 2854770 w 3239999"/>
                <a:gd name="connsiteY23" fmla="*/ 430441 h 3032924"/>
                <a:gd name="connsiteX24" fmla="*/ 3120669 w 3239999"/>
                <a:gd name="connsiteY24" fmla="*/ 428517 h 3032924"/>
                <a:gd name="connsiteX25" fmla="*/ 3120669 w 3239999"/>
                <a:gd name="connsiteY25" fmla="*/ 738345 h 3032924"/>
                <a:gd name="connsiteX26" fmla="*/ 3239999 w 3239999"/>
                <a:gd name="connsiteY26" fmla="*/ 738345 h 3032924"/>
                <a:gd name="connsiteX27" fmla="*/ 3239999 w 3239999"/>
                <a:gd name="connsiteY27" fmla="*/ 3032924 h 3032924"/>
                <a:gd name="connsiteX28" fmla="*/ 0 w 3239999"/>
                <a:gd name="connsiteY28" fmla="*/ 3032924 h 3032924"/>
                <a:gd name="connsiteX29" fmla="*/ 0 w 3239999"/>
                <a:gd name="connsiteY29" fmla="*/ 738345 h 3032924"/>
                <a:gd name="connsiteX30" fmla="*/ 102477 w 3239999"/>
                <a:gd name="connsiteY30" fmla="*/ 738345 h 3032924"/>
                <a:gd name="connsiteX31" fmla="*/ 102477 w 3239999"/>
                <a:gd name="connsiteY31" fmla="*/ 428517 h 3032924"/>
                <a:gd name="connsiteX32" fmla="*/ 385229 w 3239999"/>
                <a:gd name="connsiteY32" fmla="*/ 430441 h 3032924"/>
                <a:gd name="connsiteX33" fmla="*/ 386326 w 3239999"/>
                <a:gd name="connsiteY33" fmla="*/ 91100 h 3032924"/>
                <a:gd name="connsiteX34" fmla="*/ 833935 w 3239999"/>
                <a:gd name="connsiteY34" fmla="*/ 22 h 3032924"/>
                <a:gd name="connsiteX0" fmla="*/ 833935 w 3239999"/>
                <a:gd name="connsiteY0" fmla="*/ 22 h 3032924"/>
                <a:gd name="connsiteX1" fmla="*/ 1576606 w 3239999"/>
                <a:gd name="connsiteY1" fmla="*/ 402054 h 3032924"/>
                <a:gd name="connsiteX2" fmla="*/ 1576606 w 3239999"/>
                <a:gd name="connsiteY2" fmla="*/ 430441 h 3032924"/>
                <a:gd name="connsiteX3" fmla="*/ 1576606 w 3239999"/>
                <a:gd name="connsiteY3" fmla="*/ 526981 h 3032924"/>
                <a:gd name="connsiteX4" fmla="*/ 1576606 w 3239999"/>
                <a:gd name="connsiteY4" fmla="*/ 2765302 h 3032924"/>
                <a:gd name="connsiteX5" fmla="*/ 378630 w 3239999"/>
                <a:gd name="connsiteY5" fmla="*/ 2472117 h 3032924"/>
                <a:gd name="connsiteX6" fmla="*/ 384918 w 3239999"/>
                <a:gd name="connsiteY6" fmla="*/ 526981 h 3032924"/>
                <a:gd name="connsiteX7" fmla="*/ 239143 w 3239999"/>
                <a:gd name="connsiteY7" fmla="*/ 526981 h 3032924"/>
                <a:gd name="connsiteX8" fmla="*/ 239143 w 3239999"/>
                <a:gd name="connsiteY8" fmla="*/ 2776423 h 3032924"/>
                <a:gd name="connsiteX9" fmla="*/ 1576606 w 3239999"/>
                <a:gd name="connsiteY9" fmla="*/ 2776423 h 3032924"/>
                <a:gd name="connsiteX10" fmla="*/ 1576606 w 3239999"/>
                <a:gd name="connsiteY10" fmla="*/ 2778202 h 3032924"/>
                <a:gd name="connsiteX11" fmla="*/ 1663394 w 3239999"/>
                <a:gd name="connsiteY11" fmla="*/ 2778202 h 3032924"/>
                <a:gd name="connsiteX12" fmla="*/ 1663394 w 3239999"/>
                <a:gd name="connsiteY12" fmla="*/ 2776423 h 3032924"/>
                <a:gd name="connsiteX13" fmla="*/ 3000856 w 3239999"/>
                <a:gd name="connsiteY13" fmla="*/ 2776423 h 3032924"/>
                <a:gd name="connsiteX14" fmla="*/ 3000856 w 3239999"/>
                <a:gd name="connsiteY14" fmla="*/ 526981 h 3032924"/>
                <a:gd name="connsiteX15" fmla="*/ 2855082 w 3239999"/>
                <a:gd name="connsiteY15" fmla="*/ 526981 h 3032924"/>
                <a:gd name="connsiteX16" fmla="*/ 2861369 w 3239999"/>
                <a:gd name="connsiteY16" fmla="*/ 2472117 h 3032924"/>
                <a:gd name="connsiteX17" fmla="*/ 1663394 w 3239999"/>
                <a:gd name="connsiteY17" fmla="*/ 2765302 h 3032924"/>
                <a:gd name="connsiteX18" fmla="*/ 1663394 w 3239999"/>
                <a:gd name="connsiteY18" fmla="*/ 526981 h 3032924"/>
                <a:gd name="connsiteX19" fmla="*/ 1663394 w 3239999"/>
                <a:gd name="connsiteY19" fmla="*/ 430441 h 3032924"/>
                <a:gd name="connsiteX20" fmla="*/ 1663394 w 3239999"/>
                <a:gd name="connsiteY20" fmla="*/ 402054 h 3032924"/>
                <a:gd name="connsiteX21" fmla="*/ 2406065 w 3239999"/>
                <a:gd name="connsiteY21" fmla="*/ 22 h 3032924"/>
                <a:gd name="connsiteX22" fmla="*/ 2853673 w 3239999"/>
                <a:gd name="connsiteY22" fmla="*/ 91100 h 3032924"/>
                <a:gd name="connsiteX23" fmla="*/ 2854770 w 3239999"/>
                <a:gd name="connsiteY23" fmla="*/ 430441 h 3032924"/>
                <a:gd name="connsiteX24" fmla="*/ 3120669 w 3239999"/>
                <a:gd name="connsiteY24" fmla="*/ 428517 h 3032924"/>
                <a:gd name="connsiteX25" fmla="*/ 3120669 w 3239999"/>
                <a:gd name="connsiteY25" fmla="*/ 738345 h 3032924"/>
                <a:gd name="connsiteX26" fmla="*/ 3239999 w 3239999"/>
                <a:gd name="connsiteY26" fmla="*/ 738345 h 3032924"/>
                <a:gd name="connsiteX27" fmla="*/ 3239999 w 3239999"/>
                <a:gd name="connsiteY27" fmla="*/ 3032924 h 3032924"/>
                <a:gd name="connsiteX28" fmla="*/ 0 w 3239999"/>
                <a:gd name="connsiteY28" fmla="*/ 3032924 h 3032924"/>
                <a:gd name="connsiteX29" fmla="*/ 0 w 3239999"/>
                <a:gd name="connsiteY29" fmla="*/ 738345 h 3032924"/>
                <a:gd name="connsiteX30" fmla="*/ 102477 w 3239999"/>
                <a:gd name="connsiteY30" fmla="*/ 738345 h 3032924"/>
                <a:gd name="connsiteX31" fmla="*/ 102477 w 3239999"/>
                <a:gd name="connsiteY31" fmla="*/ 428517 h 3032924"/>
                <a:gd name="connsiteX32" fmla="*/ 385229 w 3239999"/>
                <a:gd name="connsiteY32" fmla="*/ 430441 h 3032924"/>
                <a:gd name="connsiteX33" fmla="*/ 386326 w 3239999"/>
                <a:gd name="connsiteY33" fmla="*/ 91100 h 3032924"/>
                <a:gd name="connsiteX34" fmla="*/ 833935 w 3239999"/>
                <a:gd name="connsiteY34" fmla="*/ 2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34" fmla="*/ 1668046 w 3239999"/>
                <a:gd name="connsiteY34" fmla="*/ 2869642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39143 w 3239999"/>
                <a:gd name="connsiteY32" fmla="*/ 2776423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3000856 w 3239999"/>
                <a:gd name="connsiteY3" fmla="*/ 2776423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29618 w 3239999"/>
                <a:gd name="connsiteY32" fmla="*/ 2690698 h 3032924"/>
                <a:gd name="connsiteX33" fmla="*/ 1576606 w 3239999"/>
                <a:gd name="connsiteY33" fmla="*/ 2776423 h 3032924"/>
                <a:gd name="connsiteX0" fmla="*/ 1576606 w 3239999"/>
                <a:gd name="connsiteY0" fmla="*/ 2778202 h 3032924"/>
                <a:gd name="connsiteX1" fmla="*/ 1663394 w 3239999"/>
                <a:gd name="connsiteY1" fmla="*/ 2778202 h 3032924"/>
                <a:gd name="connsiteX2" fmla="*/ 1663394 w 3239999"/>
                <a:gd name="connsiteY2" fmla="*/ 2776423 h 3032924"/>
                <a:gd name="connsiteX3" fmla="*/ 2991331 w 3239999"/>
                <a:gd name="connsiteY3" fmla="*/ 2709748 h 3032924"/>
                <a:gd name="connsiteX4" fmla="*/ 3000856 w 3239999"/>
                <a:gd name="connsiteY4" fmla="*/ 526981 h 3032924"/>
                <a:gd name="connsiteX5" fmla="*/ 2855082 w 3239999"/>
                <a:gd name="connsiteY5" fmla="*/ 526981 h 3032924"/>
                <a:gd name="connsiteX6" fmla="*/ 2861369 w 3239999"/>
                <a:gd name="connsiteY6" fmla="*/ 2472117 h 3032924"/>
                <a:gd name="connsiteX7" fmla="*/ 1663394 w 3239999"/>
                <a:gd name="connsiteY7" fmla="*/ 2765302 h 3032924"/>
                <a:gd name="connsiteX8" fmla="*/ 1663394 w 3239999"/>
                <a:gd name="connsiteY8" fmla="*/ 526981 h 3032924"/>
                <a:gd name="connsiteX9" fmla="*/ 1663394 w 3239999"/>
                <a:gd name="connsiteY9" fmla="*/ 430441 h 3032924"/>
                <a:gd name="connsiteX10" fmla="*/ 1663394 w 3239999"/>
                <a:gd name="connsiteY10" fmla="*/ 402054 h 3032924"/>
                <a:gd name="connsiteX11" fmla="*/ 2406065 w 3239999"/>
                <a:gd name="connsiteY11" fmla="*/ 22 h 3032924"/>
                <a:gd name="connsiteX12" fmla="*/ 2853673 w 3239999"/>
                <a:gd name="connsiteY12" fmla="*/ 91100 h 3032924"/>
                <a:gd name="connsiteX13" fmla="*/ 2854770 w 3239999"/>
                <a:gd name="connsiteY13" fmla="*/ 430441 h 3032924"/>
                <a:gd name="connsiteX14" fmla="*/ 3120669 w 3239999"/>
                <a:gd name="connsiteY14" fmla="*/ 428517 h 3032924"/>
                <a:gd name="connsiteX15" fmla="*/ 3120669 w 3239999"/>
                <a:gd name="connsiteY15" fmla="*/ 738345 h 3032924"/>
                <a:gd name="connsiteX16" fmla="*/ 3239999 w 3239999"/>
                <a:gd name="connsiteY16" fmla="*/ 738345 h 3032924"/>
                <a:gd name="connsiteX17" fmla="*/ 3239999 w 3239999"/>
                <a:gd name="connsiteY17" fmla="*/ 3032924 h 3032924"/>
                <a:gd name="connsiteX18" fmla="*/ 0 w 3239999"/>
                <a:gd name="connsiteY18" fmla="*/ 3032924 h 3032924"/>
                <a:gd name="connsiteX19" fmla="*/ 0 w 3239999"/>
                <a:gd name="connsiteY19" fmla="*/ 738345 h 3032924"/>
                <a:gd name="connsiteX20" fmla="*/ 102477 w 3239999"/>
                <a:gd name="connsiteY20" fmla="*/ 738345 h 3032924"/>
                <a:gd name="connsiteX21" fmla="*/ 102477 w 3239999"/>
                <a:gd name="connsiteY21" fmla="*/ 428517 h 3032924"/>
                <a:gd name="connsiteX22" fmla="*/ 385229 w 3239999"/>
                <a:gd name="connsiteY22" fmla="*/ 430441 h 3032924"/>
                <a:gd name="connsiteX23" fmla="*/ 386326 w 3239999"/>
                <a:gd name="connsiteY23" fmla="*/ 91100 h 3032924"/>
                <a:gd name="connsiteX24" fmla="*/ 833935 w 3239999"/>
                <a:gd name="connsiteY24" fmla="*/ 22 h 3032924"/>
                <a:gd name="connsiteX25" fmla="*/ 1576606 w 3239999"/>
                <a:gd name="connsiteY25" fmla="*/ 402054 h 3032924"/>
                <a:gd name="connsiteX26" fmla="*/ 1576606 w 3239999"/>
                <a:gd name="connsiteY26" fmla="*/ 430441 h 3032924"/>
                <a:gd name="connsiteX27" fmla="*/ 1576606 w 3239999"/>
                <a:gd name="connsiteY27" fmla="*/ 526981 h 3032924"/>
                <a:gd name="connsiteX28" fmla="*/ 1576606 w 3239999"/>
                <a:gd name="connsiteY28" fmla="*/ 2765302 h 3032924"/>
                <a:gd name="connsiteX29" fmla="*/ 378630 w 3239999"/>
                <a:gd name="connsiteY29" fmla="*/ 2472117 h 3032924"/>
                <a:gd name="connsiteX30" fmla="*/ 384918 w 3239999"/>
                <a:gd name="connsiteY30" fmla="*/ 526981 h 3032924"/>
                <a:gd name="connsiteX31" fmla="*/ 239143 w 3239999"/>
                <a:gd name="connsiteY31" fmla="*/ 526981 h 3032924"/>
                <a:gd name="connsiteX32" fmla="*/ 229618 w 3239999"/>
                <a:gd name="connsiteY32" fmla="*/ 2690698 h 3032924"/>
                <a:gd name="connsiteX33" fmla="*/ 1576606 w 3239999"/>
                <a:gd name="connsiteY33" fmla="*/ 2776423 h 3032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239999" h="3032924">
                  <a:moveTo>
                    <a:pt x="1576606" y="2778202"/>
                  </a:moveTo>
                  <a:cubicBezTo>
                    <a:pt x="1576606" y="2778795"/>
                    <a:pt x="1663394" y="2792670"/>
                    <a:pt x="1663394" y="2778202"/>
                  </a:cubicBezTo>
                  <a:lnTo>
                    <a:pt x="1663394" y="2776423"/>
                  </a:lnTo>
                  <a:cubicBezTo>
                    <a:pt x="2185083" y="2605634"/>
                    <a:pt x="2444552" y="2500589"/>
                    <a:pt x="2991331" y="2709748"/>
                  </a:cubicBezTo>
                  <a:lnTo>
                    <a:pt x="3000856" y="526981"/>
                  </a:lnTo>
                  <a:lnTo>
                    <a:pt x="2855082" y="526981"/>
                  </a:lnTo>
                  <a:cubicBezTo>
                    <a:pt x="2857178" y="1175360"/>
                    <a:pt x="2859273" y="1823738"/>
                    <a:pt x="2861369" y="2472117"/>
                  </a:cubicBezTo>
                  <a:cubicBezTo>
                    <a:pt x="2483869" y="2318121"/>
                    <a:pt x="2052449" y="2439541"/>
                    <a:pt x="1663394" y="2765302"/>
                  </a:cubicBezTo>
                  <a:lnTo>
                    <a:pt x="1663394" y="526981"/>
                  </a:lnTo>
                  <a:lnTo>
                    <a:pt x="1663394" y="430441"/>
                  </a:lnTo>
                  <a:lnTo>
                    <a:pt x="1663394" y="402054"/>
                  </a:lnTo>
                  <a:cubicBezTo>
                    <a:pt x="1896442" y="149589"/>
                    <a:pt x="2115835" y="2106"/>
                    <a:pt x="2406065" y="22"/>
                  </a:cubicBezTo>
                  <a:cubicBezTo>
                    <a:pt x="2537987" y="-925"/>
                    <a:pt x="2684544" y="28169"/>
                    <a:pt x="2853673" y="91100"/>
                  </a:cubicBezTo>
                  <a:cubicBezTo>
                    <a:pt x="2854039" y="204214"/>
                    <a:pt x="2854404" y="317327"/>
                    <a:pt x="2854770" y="430441"/>
                  </a:cubicBezTo>
                  <a:lnTo>
                    <a:pt x="3120669" y="428517"/>
                  </a:lnTo>
                  <a:lnTo>
                    <a:pt x="3120669" y="738345"/>
                  </a:lnTo>
                  <a:lnTo>
                    <a:pt x="3239999" y="738345"/>
                  </a:lnTo>
                  <a:lnTo>
                    <a:pt x="3239999" y="3032924"/>
                  </a:lnTo>
                  <a:lnTo>
                    <a:pt x="0" y="3032924"/>
                  </a:lnTo>
                  <a:lnTo>
                    <a:pt x="0" y="738345"/>
                  </a:lnTo>
                  <a:lnTo>
                    <a:pt x="102477" y="738345"/>
                  </a:lnTo>
                  <a:lnTo>
                    <a:pt x="102477" y="428517"/>
                  </a:lnTo>
                  <a:lnTo>
                    <a:pt x="385229" y="430441"/>
                  </a:lnTo>
                  <a:cubicBezTo>
                    <a:pt x="385595" y="317327"/>
                    <a:pt x="385960" y="204214"/>
                    <a:pt x="386326" y="91100"/>
                  </a:cubicBezTo>
                  <a:cubicBezTo>
                    <a:pt x="555455" y="28169"/>
                    <a:pt x="702013" y="-925"/>
                    <a:pt x="833935" y="22"/>
                  </a:cubicBezTo>
                  <a:cubicBezTo>
                    <a:pt x="1124164" y="2106"/>
                    <a:pt x="1343558" y="149589"/>
                    <a:pt x="1576606" y="402054"/>
                  </a:cubicBezTo>
                  <a:lnTo>
                    <a:pt x="1576606" y="430441"/>
                  </a:lnTo>
                  <a:lnTo>
                    <a:pt x="1576606" y="526981"/>
                  </a:lnTo>
                  <a:lnTo>
                    <a:pt x="1576606" y="2765302"/>
                  </a:lnTo>
                  <a:cubicBezTo>
                    <a:pt x="1187550" y="2439541"/>
                    <a:pt x="756130" y="2318121"/>
                    <a:pt x="378630" y="2472117"/>
                  </a:cubicBezTo>
                  <a:lnTo>
                    <a:pt x="384918" y="526981"/>
                  </a:lnTo>
                  <a:lnTo>
                    <a:pt x="239143" y="526981"/>
                  </a:lnTo>
                  <a:lnTo>
                    <a:pt x="229618" y="2690698"/>
                  </a:lnTo>
                  <a:cubicBezTo>
                    <a:pt x="773243" y="2466244"/>
                    <a:pt x="1081748" y="2626096"/>
                    <a:pt x="1576606" y="277642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Rectangle 23"/>
            <p:cNvSpPr/>
            <p:nvPr/>
          </p:nvSpPr>
          <p:spPr>
            <a:xfrm rot="20695255">
              <a:off x="3090690" y="2813822"/>
              <a:ext cx="312595" cy="183876"/>
            </a:xfrm>
            <a:custGeom>
              <a:avLst/>
              <a:gdLst/>
              <a:ahLst/>
              <a:cxnLst/>
              <a:rect l="l" t="t" r="r" b="b"/>
              <a:pathLst>
                <a:path w="4529836" h="2664566">
                  <a:moveTo>
                    <a:pt x="1861969" y="0"/>
                  </a:moveTo>
                  <a:cubicBezTo>
                    <a:pt x="2177122" y="0"/>
                    <a:pt x="2455874" y="155855"/>
                    <a:pt x="2611443" y="404565"/>
                  </a:cubicBezTo>
                  <a:cubicBezTo>
                    <a:pt x="2709453" y="315054"/>
                    <a:pt x="2840684" y="266178"/>
                    <a:pt x="2983336" y="266178"/>
                  </a:cubicBezTo>
                  <a:cubicBezTo>
                    <a:pt x="3293144" y="266178"/>
                    <a:pt x="3549108" y="496718"/>
                    <a:pt x="3578241" y="797044"/>
                  </a:cubicBezTo>
                  <a:cubicBezTo>
                    <a:pt x="3583592" y="793823"/>
                    <a:pt x="3589010" y="793774"/>
                    <a:pt x="3594440" y="793774"/>
                  </a:cubicBezTo>
                  <a:cubicBezTo>
                    <a:pt x="4111042" y="793774"/>
                    <a:pt x="4529836" y="1212568"/>
                    <a:pt x="4529836" y="1729170"/>
                  </a:cubicBezTo>
                  <a:cubicBezTo>
                    <a:pt x="4529836" y="2216938"/>
                    <a:pt x="4156487" y="2617512"/>
                    <a:pt x="3679930" y="2660249"/>
                  </a:cubicBezTo>
                  <a:lnTo>
                    <a:pt x="3679930" y="2664566"/>
                  </a:lnTo>
                  <a:lnTo>
                    <a:pt x="3594440" y="2664566"/>
                  </a:lnTo>
                  <a:lnTo>
                    <a:pt x="1043912" y="2664566"/>
                  </a:lnTo>
                  <a:lnTo>
                    <a:pt x="1043912" y="2657589"/>
                  </a:lnTo>
                  <a:cubicBezTo>
                    <a:pt x="1008374" y="2662448"/>
                    <a:pt x="972132" y="2664566"/>
                    <a:pt x="935396" y="2664566"/>
                  </a:cubicBezTo>
                  <a:cubicBezTo>
                    <a:pt x="418794" y="2664566"/>
                    <a:pt x="0" y="2245772"/>
                    <a:pt x="0" y="1729170"/>
                  </a:cubicBezTo>
                  <a:cubicBezTo>
                    <a:pt x="0" y="1212568"/>
                    <a:pt x="418794" y="793774"/>
                    <a:pt x="935396" y="793774"/>
                  </a:cubicBezTo>
                  <a:lnTo>
                    <a:pt x="954395" y="797612"/>
                  </a:lnTo>
                  <a:cubicBezTo>
                    <a:pt x="1004779" y="344999"/>
                    <a:pt x="1393085" y="0"/>
                    <a:pt x="18619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Rectangle 30"/>
            <p:cNvSpPr/>
            <p:nvPr/>
          </p:nvSpPr>
          <p:spPr>
            <a:xfrm rot="20695255">
              <a:off x="2900986" y="2489510"/>
              <a:ext cx="236061" cy="235371"/>
            </a:xfrm>
            <a:custGeom>
              <a:avLst/>
              <a:gdLst/>
              <a:ahLst/>
              <a:cxnLst/>
              <a:rect l="l" t="t" r="r" b="b"/>
              <a:pathLst>
                <a:path w="3240000" h="3230531">
                  <a:moveTo>
                    <a:pt x="720000" y="2697973"/>
                  </a:moveTo>
                  <a:cubicBezTo>
                    <a:pt x="680235" y="2697973"/>
                    <a:pt x="648000" y="2730208"/>
                    <a:pt x="648000" y="2769973"/>
                  </a:cubicBezTo>
                  <a:cubicBezTo>
                    <a:pt x="648000" y="2809738"/>
                    <a:pt x="680235" y="2841973"/>
                    <a:pt x="720000" y="2841973"/>
                  </a:cubicBezTo>
                  <a:lnTo>
                    <a:pt x="2520000" y="2841973"/>
                  </a:lnTo>
                  <a:cubicBezTo>
                    <a:pt x="2559765" y="2841973"/>
                    <a:pt x="2592000" y="2809738"/>
                    <a:pt x="2592000" y="2769973"/>
                  </a:cubicBezTo>
                  <a:cubicBezTo>
                    <a:pt x="2592000" y="2730208"/>
                    <a:pt x="2559765" y="2697973"/>
                    <a:pt x="2520000" y="2697973"/>
                  </a:cubicBezTo>
                  <a:close/>
                  <a:moveTo>
                    <a:pt x="720000" y="2366733"/>
                  </a:moveTo>
                  <a:cubicBezTo>
                    <a:pt x="680235" y="2366733"/>
                    <a:pt x="648000" y="2398968"/>
                    <a:pt x="648000" y="2438733"/>
                  </a:cubicBezTo>
                  <a:cubicBezTo>
                    <a:pt x="648000" y="2478498"/>
                    <a:pt x="680235" y="2510733"/>
                    <a:pt x="720000" y="2510733"/>
                  </a:cubicBezTo>
                  <a:lnTo>
                    <a:pt x="2520000" y="2510733"/>
                  </a:lnTo>
                  <a:cubicBezTo>
                    <a:pt x="2559765" y="2510733"/>
                    <a:pt x="2592000" y="2478498"/>
                    <a:pt x="2592000" y="2438733"/>
                  </a:cubicBezTo>
                  <a:cubicBezTo>
                    <a:pt x="2592000" y="2398968"/>
                    <a:pt x="2559765" y="2366733"/>
                    <a:pt x="2520000" y="2366733"/>
                  </a:cubicBezTo>
                  <a:close/>
                  <a:moveTo>
                    <a:pt x="720000" y="2035493"/>
                  </a:moveTo>
                  <a:cubicBezTo>
                    <a:pt x="680235" y="2035493"/>
                    <a:pt x="648000" y="2067728"/>
                    <a:pt x="648000" y="2107493"/>
                  </a:cubicBezTo>
                  <a:cubicBezTo>
                    <a:pt x="648000" y="2147258"/>
                    <a:pt x="680235" y="2179493"/>
                    <a:pt x="720000" y="2179493"/>
                  </a:cubicBezTo>
                  <a:lnTo>
                    <a:pt x="2520000" y="2179493"/>
                  </a:lnTo>
                  <a:cubicBezTo>
                    <a:pt x="2559765" y="2179493"/>
                    <a:pt x="2592000" y="2147258"/>
                    <a:pt x="2592000" y="2107493"/>
                  </a:cubicBezTo>
                  <a:cubicBezTo>
                    <a:pt x="2592000" y="2067728"/>
                    <a:pt x="2559765" y="2035493"/>
                    <a:pt x="2520000" y="2035493"/>
                  </a:cubicBezTo>
                  <a:close/>
                  <a:moveTo>
                    <a:pt x="720000" y="1704253"/>
                  </a:moveTo>
                  <a:cubicBezTo>
                    <a:pt x="680235" y="1704253"/>
                    <a:pt x="648000" y="1736488"/>
                    <a:pt x="648000" y="1776253"/>
                  </a:cubicBezTo>
                  <a:cubicBezTo>
                    <a:pt x="648000" y="1816018"/>
                    <a:pt x="680235" y="1848253"/>
                    <a:pt x="720000" y="1848253"/>
                  </a:cubicBezTo>
                  <a:lnTo>
                    <a:pt x="2520000" y="1848253"/>
                  </a:lnTo>
                  <a:cubicBezTo>
                    <a:pt x="2559765" y="1848253"/>
                    <a:pt x="2592000" y="1816018"/>
                    <a:pt x="2592000" y="1776253"/>
                  </a:cubicBezTo>
                  <a:cubicBezTo>
                    <a:pt x="2592000" y="1736488"/>
                    <a:pt x="2559765" y="1704253"/>
                    <a:pt x="2520000" y="1704253"/>
                  </a:cubicBezTo>
                  <a:close/>
                  <a:moveTo>
                    <a:pt x="720000" y="1373013"/>
                  </a:moveTo>
                  <a:cubicBezTo>
                    <a:pt x="680235" y="1373013"/>
                    <a:pt x="648000" y="1405248"/>
                    <a:pt x="648000" y="1445013"/>
                  </a:cubicBezTo>
                  <a:cubicBezTo>
                    <a:pt x="648000" y="1484778"/>
                    <a:pt x="680235" y="1517013"/>
                    <a:pt x="720000" y="1517013"/>
                  </a:cubicBezTo>
                  <a:lnTo>
                    <a:pt x="2520000" y="1517013"/>
                  </a:lnTo>
                  <a:cubicBezTo>
                    <a:pt x="2559765" y="1517013"/>
                    <a:pt x="2592000" y="1484778"/>
                    <a:pt x="2592000" y="1445013"/>
                  </a:cubicBezTo>
                  <a:cubicBezTo>
                    <a:pt x="2592000" y="1405248"/>
                    <a:pt x="2559765" y="1373013"/>
                    <a:pt x="2520000" y="1373013"/>
                  </a:cubicBezTo>
                  <a:close/>
                  <a:moveTo>
                    <a:pt x="720000" y="1041773"/>
                  </a:moveTo>
                  <a:cubicBezTo>
                    <a:pt x="680235" y="1041773"/>
                    <a:pt x="648000" y="1074008"/>
                    <a:pt x="648000" y="1113773"/>
                  </a:cubicBezTo>
                  <a:cubicBezTo>
                    <a:pt x="648000" y="1153538"/>
                    <a:pt x="680235" y="1185773"/>
                    <a:pt x="720000" y="1185773"/>
                  </a:cubicBezTo>
                  <a:lnTo>
                    <a:pt x="2520000" y="1185773"/>
                  </a:lnTo>
                  <a:cubicBezTo>
                    <a:pt x="2559765" y="1185773"/>
                    <a:pt x="2592000" y="1153538"/>
                    <a:pt x="2592000" y="1113773"/>
                  </a:cubicBezTo>
                  <a:cubicBezTo>
                    <a:pt x="2592000" y="1074008"/>
                    <a:pt x="2559765" y="1041773"/>
                    <a:pt x="2520000" y="1041773"/>
                  </a:cubicBezTo>
                  <a:close/>
                  <a:moveTo>
                    <a:pt x="0" y="305988"/>
                  </a:moveTo>
                  <a:lnTo>
                    <a:pt x="181957" y="305988"/>
                  </a:lnTo>
                  <a:lnTo>
                    <a:pt x="181957" y="470032"/>
                  </a:lnTo>
                  <a:cubicBezTo>
                    <a:pt x="181957" y="599267"/>
                    <a:pt x="286722" y="704032"/>
                    <a:pt x="415957" y="704032"/>
                  </a:cubicBezTo>
                  <a:cubicBezTo>
                    <a:pt x="545192" y="704032"/>
                    <a:pt x="649957" y="599267"/>
                    <a:pt x="649957" y="470032"/>
                  </a:cubicBezTo>
                  <a:lnTo>
                    <a:pt x="649957" y="305988"/>
                  </a:lnTo>
                  <a:lnTo>
                    <a:pt x="802357" y="305988"/>
                  </a:lnTo>
                  <a:lnTo>
                    <a:pt x="802357" y="470031"/>
                  </a:lnTo>
                  <a:cubicBezTo>
                    <a:pt x="802357" y="599266"/>
                    <a:pt x="907122" y="704031"/>
                    <a:pt x="1036357" y="704031"/>
                  </a:cubicBezTo>
                  <a:cubicBezTo>
                    <a:pt x="1165592" y="704031"/>
                    <a:pt x="1270357" y="599266"/>
                    <a:pt x="1270357" y="470031"/>
                  </a:cubicBezTo>
                  <a:lnTo>
                    <a:pt x="1270357" y="305988"/>
                  </a:lnTo>
                  <a:lnTo>
                    <a:pt x="1422757" y="305988"/>
                  </a:lnTo>
                  <a:lnTo>
                    <a:pt x="1422757" y="470030"/>
                  </a:lnTo>
                  <a:cubicBezTo>
                    <a:pt x="1422757" y="599265"/>
                    <a:pt x="1527522" y="704030"/>
                    <a:pt x="1656757" y="704030"/>
                  </a:cubicBezTo>
                  <a:cubicBezTo>
                    <a:pt x="1785992" y="704030"/>
                    <a:pt x="1890757" y="599265"/>
                    <a:pt x="1890757" y="470030"/>
                  </a:cubicBezTo>
                  <a:lnTo>
                    <a:pt x="1890757" y="305988"/>
                  </a:lnTo>
                  <a:lnTo>
                    <a:pt x="2043157" y="305988"/>
                  </a:lnTo>
                  <a:lnTo>
                    <a:pt x="2043157" y="470029"/>
                  </a:lnTo>
                  <a:cubicBezTo>
                    <a:pt x="2043157" y="599264"/>
                    <a:pt x="2147922" y="704029"/>
                    <a:pt x="2277157" y="704029"/>
                  </a:cubicBezTo>
                  <a:cubicBezTo>
                    <a:pt x="2406392" y="704029"/>
                    <a:pt x="2511157" y="599264"/>
                    <a:pt x="2511157" y="470029"/>
                  </a:cubicBezTo>
                  <a:lnTo>
                    <a:pt x="2511157" y="305988"/>
                  </a:lnTo>
                  <a:lnTo>
                    <a:pt x="2663557" y="305988"/>
                  </a:lnTo>
                  <a:lnTo>
                    <a:pt x="2663557" y="470028"/>
                  </a:lnTo>
                  <a:cubicBezTo>
                    <a:pt x="2663557" y="599263"/>
                    <a:pt x="2768322" y="704028"/>
                    <a:pt x="2897557" y="704028"/>
                  </a:cubicBezTo>
                  <a:cubicBezTo>
                    <a:pt x="3026792" y="704028"/>
                    <a:pt x="3131557" y="599263"/>
                    <a:pt x="3131557" y="470028"/>
                  </a:cubicBezTo>
                  <a:lnTo>
                    <a:pt x="3131557" y="305988"/>
                  </a:lnTo>
                  <a:lnTo>
                    <a:pt x="3240000" y="305988"/>
                  </a:lnTo>
                  <a:lnTo>
                    <a:pt x="3240000" y="3230531"/>
                  </a:lnTo>
                  <a:lnTo>
                    <a:pt x="0" y="3230531"/>
                  </a:lnTo>
                  <a:close/>
                  <a:moveTo>
                    <a:pt x="415957" y="4"/>
                  </a:moveTo>
                  <a:cubicBezTo>
                    <a:pt x="485545" y="4"/>
                    <a:pt x="541957" y="56416"/>
                    <a:pt x="541957" y="126004"/>
                  </a:cubicBezTo>
                  <a:lnTo>
                    <a:pt x="541957" y="485972"/>
                  </a:lnTo>
                  <a:cubicBezTo>
                    <a:pt x="541957" y="555560"/>
                    <a:pt x="485545" y="611972"/>
                    <a:pt x="415957" y="611972"/>
                  </a:cubicBezTo>
                  <a:cubicBezTo>
                    <a:pt x="346369" y="611972"/>
                    <a:pt x="289957" y="555560"/>
                    <a:pt x="289957" y="485972"/>
                  </a:cubicBezTo>
                  <a:lnTo>
                    <a:pt x="289957" y="126004"/>
                  </a:lnTo>
                  <a:cubicBezTo>
                    <a:pt x="289957" y="56416"/>
                    <a:pt x="346369" y="4"/>
                    <a:pt x="415957" y="4"/>
                  </a:cubicBezTo>
                  <a:close/>
                  <a:moveTo>
                    <a:pt x="1036357" y="3"/>
                  </a:moveTo>
                  <a:cubicBezTo>
                    <a:pt x="1105945" y="3"/>
                    <a:pt x="1162357" y="56415"/>
                    <a:pt x="1162357" y="126003"/>
                  </a:cubicBezTo>
                  <a:lnTo>
                    <a:pt x="1162357" y="485971"/>
                  </a:lnTo>
                  <a:cubicBezTo>
                    <a:pt x="1162357" y="555559"/>
                    <a:pt x="1105945" y="611971"/>
                    <a:pt x="1036357" y="611971"/>
                  </a:cubicBezTo>
                  <a:cubicBezTo>
                    <a:pt x="966769" y="611971"/>
                    <a:pt x="910357" y="555559"/>
                    <a:pt x="910357" y="485971"/>
                  </a:cubicBezTo>
                  <a:lnTo>
                    <a:pt x="910357" y="126003"/>
                  </a:lnTo>
                  <a:cubicBezTo>
                    <a:pt x="910357" y="56415"/>
                    <a:pt x="966769" y="3"/>
                    <a:pt x="1036357" y="3"/>
                  </a:cubicBezTo>
                  <a:close/>
                  <a:moveTo>
                    <a:pt x="1656757" y="2"/>
                  </a:moveTo>
                  <a:cubicBezTo>
                    <a:pt x="1726345" y="2"/>
                    <a:pt x="1782757" y="56414"/>
                    <a:pt x="1782757" y="126002"/>
                  </a:cubicBezTo>
                  <a:lnTo>
                    <a:pt x="1782757" y="485970"/>
                  </a:lnTo>
                  <a:cubicBezTo>
                    <a:pt x="1782757" y="555558"/>
                    <a:pt x="1726345" y="611970"/>
                    <a:pt x="1656757" y="611970"/>
                  </a:cubicBezTo>
                  <a:cubicBezTo>
                    <a:pt x="1587169" y="611970"/>
                    <a:pt x="1530757" y="555558"/>
                    <a:pt x="1530757" y="485970"/>
                  </a:cubicBezTo>
                  <a:lnTo>
                    <a:pt x="1530757" y="126002"/>
                  </a:lnTo>
                  <a:cubicBezTo>
                    <a:pt x="1530757" y="56414"/>
                    <a:pt x="1587169" y="2"/>
                    <a:pt x="1656757" y="2"/>
                  </a:cubicBezTo>
                  <a:close/>
                  <a:moveTo>
                    <a:pt x="2277157" y="1"/>
                  </a:moveTo>
                  <a:cubicBezTo>
                    <a:pt x="2346745" y="1"/>
                    <a:pt x="2403157" y="56413"/>
                    <a:pt x="2403157" y="126001"/>
                  </a:cubicBezTo>
                  <a:lnTo>
                    <a:pt x="2403157" y="485969"/>
                  </a:lnTo>
                  <a:cubicBezTo>
                    <a:pt x="2403157" y="555557"/>
                    <a:pt x="2346745" y="611969"/>
                    <a:pt x="2277157" y="611969"/>
                  </a:cubicBezTo>
                  <a:cubicBezTo>
                    <a:pt x="2207569" y="611969"/>
                    <a:pt x="2151157" y="555557"/>
                    <a:pt x="2151157" y="485969"/>
                  </a:cubicBezTo>
                  <a:lnTo>
                    <a:pt x="2151157" y="126001"/>
                  </a:lnTo>
                  <a:cubicBezTo>
                    <a:pt x="2151157" y="56413"/>
                    <a:pt x="2207569" y="1"/>
                    <a:pt x="2277157" y="1"/>
                  </a:cubicBezTo>
                  <a:close/>
                  <a:moveTo>
                    <a:pt x="2897557" y="0"/>
                  </a:moveTo>
                  <a:cubicBezTo>
                    <a:pt x="2967145" y="0"/>
                    <a:pt x="3023557" y="56412"/>
                    <a:pt x="3023557" y="126000"/>
                  </a:cubicBezTo>
                  <a:lnTo>
                    <a:pt x="3023557" y="485968"/>
                  </a:lnTo>
                  <a:cubicBezTo>
                    <a:pt x="3023557" y="555556"/>
                    <a:pt x="2967145" y="611968"/>
                    <a:pt x="2897557" y="611968"/>
                  </a:cubicBezTo>
                  <a:cubicBezTo>
                    <a:pt x="2827969" y="611968"/>
                    <a:pt x="2771557" y="555556"/>
                    <a:pt x="2771557" y="485968"/>
                  </a:cubicBezTo>
                  <a:lnTo>
                    <a:pt x="2771557" y="126000"/>
                  </a:lnTo>
                  <a:cubicBezTo>
                    <a:pt x="2771557" y="56412"/>
                    <a:pt x="2827969" y="0"/>
                    <a:pt x="28975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3" name="Oval 7"/>
            <p:cNvSpPr/>
            <p:nvPr/>
          </p:nvSpPr>
          <p:spPr>
            <a:xfrm rot="20695255">
              <a:off x="2136600" y="3653545"/>
              <a:ext cx="279957" cy="279957"/>
            </a:xfrm>
            <a:custGeom>
              <a:avLst/>
              <a:gdLst/>
              <a:ahLst/>
              <a:cxnLst/>
              <a:rect l="l" t="t" r="r" b="b"/>
              <a:pathLst>
                <a:path w="3240000" h="3240000">
                  <a:moveTo>
                    <a:pt x="1415334" y="1947658"/>
                  </a:moveTo>
                  <a:lnTo>
                    <a:pt x="838053" y="2871852"/>
                  </a:lnTo>
                  <a:cubicBezTo>
                    <a:pt x="1312591" y="3168264"/>
                    <a:pt x="1913932" y="3170879"/>
                    <a:pt x="2391030" y="2878606"/>
                  </a:cubicBezTo>
                  <a:lnTo>
                    <a:pt x="1821709" y="1949263"/>
                  </a:lnTo>
                  <a:cubicBezTo>
                    <a:pt x="1763478" y="1986502"/>
                    <a:pt x="1694174" y="2007350"/>
                    <a:pt x="1620000" y="2007350"/>
                  </a:cubicBezTo>
                  <a:cubicBezTo>
                    <a:pt x="1544621" y="2007350"/>
                    <a:pt x="1474270" y="1985818"/>
                    <a:pt x="1415334" y="1947658"/>
                  </a:cubicBezTo>
                  <a:close/>
                  <a:moveTo>
                    <a:pt x="1620001" y="1350973"/>
                  </a:moveTo>
                  <a:cubicBezTo>
                    <a:pt x="1471421" y="1350973"/>
                    <a:pt x="1350973" y="1471421"/>
                    <a:pt x="1350973" y="1620001"/>
                  </a:cubicBezTo>
                  <a:cubicBezTo>
                    <a:pt x="1350973" y="1768581"/>
                    <a:pt x="1471421" y="1889029"/>
                    <a:pt x="1620001" y="1889029"/>
                  </a:cubicBezTo>
                  <a:cubicBezTo>
                    <a:pt x="1768581" y="1889029"/>
                    <a:pt x="1889029" y="1768581"/>
                    <a:pt x="1889029" y="1620001"/>
                  </a:cubicBezTo>
                  <a:cubicBezTo>
                    <a:pt x="1889029" y="1471421"/>
                    <a:pt x="1768581" y="1350973"/>
                    <a:pt x="1620001" y="1350973"/>
                  </a:cubicBezTo>
                  <a:close/>
                  <a:moveTo>
                    <a:pt x="2324470" y="322965"/>
                  </a:moveTo>
                  <a:lnTo>
                    <a:pt x="1804044" y="1281148"/>
                  </a:lnTo>
                  <a:cubicBezTo>
                    <a:pt x="1925507" y="1345192"/>
                    <a:pt x="2007350" y="1473038"/>
                    <a:pt x="2007350" y="1620000"/>
                  </a:cubicBezTo>
                  <a:lnTo>
                    <a:pt x="2005998" y="1633413"/>
                  </a:lnTo>
                  <a:lnTo>
                    <a:pt x="3095109" y="1671260"/>
                  </a:lnTo>
                  <a:cubicBezTo>
                    <a:pt x="3114541" y="1112092"/>
                    <a:pt x="2816135" y="590008"/>
                    <a:pt x="2324470" y="322965"/>
                  </a:cubicBezTo>
                  <a:close/>
                  <a:moveTo>
                    <a:pt x="926838" y="316888"/>
                  </a:moveTo>
                  <a:cubicBezTo>
                    <a:pt x="432869" y="579644"/>
                    <a:pt x="129933" y="1099113"/>
                    <a:pt x="144500" y="1658429"/>
                  </a:cubicBezTo>
                  <a:lnTo>
                    <a:pt x="1233664" y="1630062"/>
                  </a:lnTo>
                  <a:cubicBezTo>
                    <a:pt x="1232693" y="1626734"/>
                    <a:pt x="1232650" y="1623372"/>
                    <a:pt x="1232650" y="1620000"/>
                  </a:cubicBezTo>
                  <a:cubicBezTo>
                    <a:pt x="1232650" y="1471836"/>
                    <a:pt x="1315838" y="1343102"/>
                    <a:pt x="1438904" y="1279548"/>
                  </a:cubicBezTo>
                  <a:close/>
                  <a:moveTo>
                    <a:pt x="1620000" y="0"/>
                  </a:moveTo>
                  <a:cubicBezTo>
                    <a:pt x="2514701" y="0"/>
                    <a:pt x="3240000" y="725299"/>
                    <a:pt x="3240000" y="1620000"/>
                  </a:cubicBezTo>
                  <a:cubicBezTo>
                    <a:pt x="3240000" y="2514701"/>
                    <a:pt x="2514701" y="3240000"/>
                    <a:pt x="1620000" y="3240000"/>
                  </a:cubicBezTo>
                  <a:cubicBezTo>
                    <a:pt x="725299" y="3240000"/>
                    <a:pt x="0" y="2514701"/>
                    <a:pt x="0" y="1620000"/>
                  </a:cubicBezTo>
                  <a:cubicBezTo>
                    <a:pt x="0" y="725299"/>
                    <a:pt x="725299" y="0"/>
                    <a:pt x="162000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4" name="Oval 21"/>
            <p:cNvSpPr>
              <a:spLocks noChangeAspect="1"/>
            </p:cNvSpPr>
            <p:nvPr/>
          </p:nvSpPr>
          <p:spPr>
            <a:xfrm rot="20695255">
              <a:off x="2813528" y="3225834"/>
              <a:ext cx="310414" cy="313007"/>
            </a:xfrm>
            <a:custGeom>
              <a:avLst/>
              <a:gdLst/>
              <a:ahLst/>
              <a:cxnLst/>
              <a:rect l="l" t="t" r="r" b="b"/>
              <a:pathLst>
                <a:path w="1652142" h="1665940">
                  <a:moveTo>
                    <a:pt x="898689" y="548008"/>
                  </a:moveTo>
                  <a:cubicBezTo>
                    <a:pt x="737950" y="504938"/>
                    <a:pt x="572731" y="600328"/>
                    <a:pt x="529661" y="761066"/>
                  </a:cubicBezTo>
                  <a:cubicBezTo>
                    <a:pt x="486591" y="921805"/>
                    <a:pt x="581980" y="1087025"/>
                    <a:pt x="742719" y="1130094"/>
                  </a:cubicBezTo>
                  <a:cubicBezTo>
                    <a:pt x="903458" y="1173164"/>
                    <a:pt x="1068677" y="1077775"/>
                    <a:pt x="1111747" y="917036"/>
                  </a:cubicBezTo>
                  <a:cubicBezTo>
                    <a:pt x="1154817" y="756297"/>
                    <a:pt x="1059428" y="591077"/>
                    <a:pt x="898689" y="548008"/>
                  </a:cubicBezTo>
                  <a:close/>
                  <a:moveTo>
                    <a:pt x="952303" y="347916"/>
                  </a:moveTo>
                  <a:cubicBezTo>
                    <a:pt x="1223549" y="420596"/>
                    <a:pt x="1384519" y="699404"/>
                    <a:pt x="1311839" y="970650"/>
                  </a:cubicBezTo>
                  <a:cubicBezTo>
                    <a:pt x="1239159" y="1241896"/>
                    <a:pt x="960351" y="1402866"/>
                    <a:pt x="689105" y="1330186"/>
                  </a:cubicBezTo>
                  <a:cubicBezTo>
                    <a:pt x="417859" y="1257506"/>
                    <a:pt x="256889" y="978698"/>
                    <a:pt x="329569" y="707451"/>
                  </a:cubicBezTo>
                  <a:cubicBezTo>
                    <a:pt x="402249" y="436205"/>
                    <a:pt x="681057" y="275235"/>
                    <a:pt x="952303" y="347916"/>
                  </a:cubicBezTo>
                  <a:close/>
                  <a:moveTo>
                    <a:pt x="971799" y="275155"/>
                  </a:moveTo>
                  <a:cubicBezTo>
                    <a:pt x="660368" y="191707"/>
                    <a:pt x="340256" y="376524"/>
                    <a:pt x="256808" y="687955"/>
                  </a:cubicBezTo>
                  <a:cubicBezTo>
                    <a:pt x="173361" y="999387"/>
                    <a:pt x="358178" y="1319499"/>
                    <a:pt x="669609" y="1402947"/>
                  </a:cubicBezTo>
                  <a:cubicBezTo>
                    <a:pt x="981040" y="1486395"/>
                    <a:pt x="1301152" y="1301577"/>
                    <a:pt x="1384600" y="990146"/>
                  </a:cubicBezTo>
                  <a:cubicBezTo>
                    <a:pt x="1468047" y="678715"/>
                    <a:pt x="1283230" y="358603"/>
                    <a:pt x="971799" y="275155"/>
                  </a:cubicBezTo>
                  <a:close/>
                  <a:moveTo>
                    <a:pt x="1652142" y="394531"/>
                  </a:moveTo>
                  <a:lnTo>
                    <a:pt x="1649662" y="403784"/>
                  </a:lnTo>
                  <a:lnTo>
                    <a:pt x="1647140" y="399895"/>
                  </a:lnTo>
                  <a:close/>
                  <a:moveTo>
                    <a:pt x="1158157" y="65026"/>
                  </a:moveTo>
                  <a:lnTo>
                    <a:pt x="1154679" y="271718"/>
                  </a:lnTo>
                  <a:lnTo>
                    <a:pt x="1148331" y="270017"/>
                  </a:lnTo>
                  <a:cubicBezTo>
                    <a:pt x="1200055" y="299127"/>
                    <a:pt x="1246804" y="334821"/>
                    <a:pt x="1286346" y="377149"/>
                  </a:cubicBezTo>
                  <a:lnTo>
                    <a:pt x="1470353" y="331395"/>
                  </a:lnTo>
                  <a:lnTo>
                    <a:pt x="1588305" y="553229"/>
                  </a:lnTo>
                  <a:lnTo>
                    <a:pt x="1457194" y="671432"/>
                  </a:lnTo>
                  <a:cubicBezTo>
                    <a:pt x="1473630" y="731297"/>
                    <a:pt x="1481376" y="793983"/>
                    <a:pt x="1478595" y="857704"/>
                  </a:cubicBezTo>
                  <a:lnTo>
                    <a:pt x="1642362" y="948616"/>
                  </a:lnTo>
                  <a:lnTo>
                    <a:pt x="1577335" y="1191298"/>
                  </a:lnTo>
                  <a:lnTo>
                    <a:pt x="1378614" y="1187955"/>
                  </a:lnTo>
                  <a:cubicBezTo>
                    <a:pt x="1353489" y="1229936"/>
                    <a:pt x="1323048" y="1267799"/>
                    <a:pt x="1288939" y="1301599"/>
                  </a:cubicBezTo>
                  <a:lnTo>
                    <a:pt x="1354201" y="1471932"/>
                  </a:lnTo>
                  <a:lnTo>
                    <a:pt x="1148396" y="1616039"/>
                  </a:lnTo>
                  <a:lnTo>
                    <a:pt x="992294" y="1480516"/>
                  </a:lnTo>
                  <a:lnTo>
                    <a:pt x="1011291" y="1467215"/>
                  </a:lnTo>
                  <a:cubicBezTo>
                    <a:pt x="951500" y="1486565"/>
                    <a:pt x="888271" y="1495869"/>
                    <a:pt x="823805" y="1495510"/>
                  </a:cubicBezTo>
                  <a:lnTo>
                    <a:pt x="729193" y="1665940"/>
                  </a:lnTo>
                  <a:lnTo>
                    <a:pt x="486511" y="1600914"/>
                  </a:lnTo>
                  <a:lnTo>
                    <a:pt x="489790" y="1406012"/>
                  </a:lnTo>
                  <a:cubicBezTo>
                    <a:pt x="438364" y="1376702"/>
                    <a:pt x="391917" y="1340859"/>
                    <a:pt x="352658" y="1298452"/>
                  </a:cubicBezTo>
                  <a:lnTo>
                    <a:pt x="355803" y="1305197"/>
                  </a:lnTo>
                  <a:lnTo>
                    <a:pt x="152856" y="1344512"/>
                  </a:lnTo>
                  <a:lnTo>
                    <a:pt x="46675" y="1116809"/>
                  </a:lnTo>
                  <a:lnTo>
                    <a:pt x="183929" y="1005520"/>
                  </a:lnTo>
                  <a:cubicBezTo>
                    <a:pt x="169279" y="951824"/>
                    <a:pt x="161626" y="895865"/>
                    <a:pt x="161615" y="838915"/>
                  </a:cubicBezTo>
                  <a:lnTo>
                    <a:pt x="0" y="749197"/>
                  </a:lnTo>
                  <a:lnTo>
                    <a:pt x="65026" y="506515"/>
                  </a:lnTo>
                  <a:lnTo>
                    <a:pt x="250227" y="509630"/>
                  </a:lnTo>
                  <a:cubicBezTo>
                    <a:pt x="275353" y="465291"/>
                    <a:pt x="305693" y="424864"/>
                    <a:pt x="340015" y="388679"/>
                  </a:cubicBezTo>
                  <a:lnTo>
                    <a:pt x="277984" y="197357"/>
                  </a:lnTo>
                  <a:lnTo>
                    <a:pt x="491050" y="64219"/>
                  </a:lnTo>
                  <a:lnTo>
                    <a:pt x="639843" y="207726"/>
                  </a:lnTo>
                  <a:lnTo>
                    <a:pt x="638348" y="208660"/>
                  </a:lnTo>
                  <a:cubicBezTo>
                    <a:pt x="696840" y="190256"/>
                    <a:pt x="758594" y="181748"/>
                    <a:pt x="821488" y="182440"/>
                  </a:cubicBezTo>
                  <a:lnTo>
                    <a:pt x="815140" y="180739"/>
                  </a:lnTo>
                  <a:lnTo>
                    <a:pt x="915476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15" name="Round Same Side Corner Rectangle 8"/>
            <p:cNvSpPr/>
            <p:nvPr/>
          </p:nvSpPr>
          <p:spPr>
            <a:xfrm rot="20695255">
              <a:off x="3692543" y="2459668"/>
              <a:ext cx="242588" cy="242959"/>
            </a:xfrm>
            <a:custGeom>
              <a:avLst/>
              <a:gdLst/>
              <a:ahLst/>
              <a:cxnLst/>
              <a:rect l="l" t="t" r="r" b="b"/>
              <a:pathLst>
                <a:path w="3197597" h="3202496">
                  <a:moveTo>
                    <a:pt x="601421" y="1611393"/>
                  </a:moveTo>
                  <a:lnTo>
                    <a:pt x="2596176" y="1611393"/>
                  </a:lnTo>
                  <a:cubicBezTo>
                    <a:pt x="2928331" y="1611393"/>
                    <a:pt x="3197594" y="1880656"/>
                    <a:pt x="3197594" y="2212811"/>
                  </a:cubicBezTo>
                  <a:lnTo>
                    <a:pt x="3197594" y="2776360"/>
                  </a:lnTo>
                  <a:lnTo>
                    <a:pt x="3197597" y="2776360"/>
                  </a:lnTo>
                  <a:lnTo>
                    <a:pt x="3197597" y="2914824"/>
                  </a:lnTo>
                  <a:lnTo>
                    <a:pt x="3197198" y="2914824"/>
                  </a:lnTo>
                  <a:lnTo>
                    <a:pt x="3197198" y="3202496"/>
                  </a:lnTo>
                  <a:lnTo>
                    <a:pt x="398" y="3202496"/>
                  </a:lnTo>
                  <a:lnTo>
                    <a:pt x="398" y="2914824"/>
                  </a:lnTo>
                  <a:lnTo>
                    <a:pt x="0" y="2914824"/>
                  </a:lnTo>
                  <a:lnTo>
                    <a:pt x="0" y="2212811"/>
                  </a:lnTo>
                  <a:cubicBezTo>
                    <a:pt x="0" y="1880656"/>
                    <a:pt x="269266" y="1611393"/>
                    <a:pt x="601421" y="1611393"/>
                  </a:cubicBezTo>
                  <a:close/>
                  <a:moveTo>
                    <a:pt x="1598801" y="0"/>
                  </a:moveTo>
                  <a:cubicBezTo>
                    <a:pt x="1998649" y="0"/>
                    <a:pt x="2322791" y="324142"/>
                    <a:pt x="2322791" y="723993"/>
                  </a:cubicBezTo>
                  <a:cubicBezTo>
                    <a:pt x="2322791" y="1123843"/>
                    <a:pt x="1998649" y="1447985"/>
                    <a:pt x="1598801" y="1447985"/>
                  </a:cubicBezTo>
                  <a:cubicBezTo>
                    <a:pt x="1198951" y="1447985"/>
                    <a:pt x="874809" y="1123843"/>
                    <a:pt x="874809" y="723993"/>
                  </a:cubicBezTo>
                  <a:cubicBezTo>
                    <a:pt x="874809" y="324142"/>
                    <a:pt x="1198951" y="0"/>
                    <a:pt x="159880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1" name="Donut 30"/>
            <p:cNvSpPr/>
            <p:nvPr/>
          </p:nvSpPr>
          <p:spPr>
            <a:xfrm rot="20695255">
              <a:off x="2415949" y="3440269"/>
              <a:ext cx="209761" cy="215570"/>
            </a:xfrm>
            <a:custGeom>
              <a:avLst/>
              <a:gdLst/>
              <a:ahLst/>
              <a:cxnLst/>
              <a:rect l="l" t="t" r="r" b="b"/>
              <a:pathLst>
                <a:path w="209761" h="215570">
                  <a:moveTo>
                    <a:pt x="107343" y="77339"/>
                  </a:moveTo>
                  <a:cubicBezTo>
                    <a:pt x="100399" y="74402"/>
                    <a:pt x="92765" y="72778"/>
                    <a:pt x="84751" y="72778"/>
                  </a:cubicBezTo>
                  <a:cubicBezTo>
                    <a:pt x="52696" y="72778"/>
                    <a:pt x="26710" y="98764"/>
                    <a:pt x="26710" y="130819"/>
                  </a:cubicBezTo>
                  <a:cubicBezTo>
                    <a:pt x="26710" y="162874"/>
                    <a:pt x="52696" y="188860"/>
                    <a:pt x="84751" y="188860"/>
                  </a:cubicBezTo>
                  <a:cubicBezTo>
                    <a:pt x="116806" y="188860"/>
                    <a:pt x="142792" y="162874"/>
                    <a:pt x="142792" y="130819"/>
                  </a:cubicBezTo>
                  <a:cubicBezTo>
                    <a:pt x="142792" y="106778"/>
                    <a:pt x="128175" y="86150"/>
                    <a:pt x="107343" y="77339"/>
                  </a:cubicBezTo>
                  <a:close/>
                  <a:moveTo>
                    <a:pt x="208783" y="0"/>
                  </a:moveTo>
                  <a:lnTo>
                    <a:pt x="209761" y="50187"/>
                  </a:lnTo>
                  <a:lnTo>
                    <a:pt x="196970" y="37885"/>
                  </a:lnTo>
                  <a:lnTo>
                    <a:pt x="153147" y="83451"/>
                  </a:lnTo>
                  <a:cubicBezTo>
                    <a:pt x="163933" y="96256"/>
                    <a:pt x="169502" y="112887"/>
                    <a:pt x="169502" y="130819"/>
                  </a:cubicBezTo>
                  <a:cubicBezTo>
                    <a:pt x="169502" y="177626"/>
                    <a:pt x="131558" y="215570"/>
                    <a:pt x="84751" y="215570"/>
                  </a:cubicBezTo>
                  <a:cubicBezTo>
                    <a:pt x="37944" y="215570"/>
                    <a:pt x="0" y="177626"/>
                    <a:pt x="0" y="130819"/>
                  </a:cubicBezTo>
                  <a:cubicBezTo>
                    <a:pt x="0" y="84012"/>
                    <a:pt x="37944" y="46068"/>
                    <a:pt x="84751" y="46068"/>
                  </a:cubicBezTo>
                  <a:cubicBezTo>
                    <a:pt x="100551" y="46068"/>
                    <a:pt x="115341" y="50391"/>
                    <a:pt x="127269" y="59153"/>
                  </a:cubicBezTo>
                  <a:lnTo>
                    <a:pt x="171387" y="13280"/>
                  </a:lnTo>
                  <a:lnTo>
                    <a:pt x="158595" y="978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8" name="Donut 27"/>
            <p:cNvSpPr/>
            <p:nvPr/>
          </p:nvSpPr>
          <p:spPr>
            <a:xfrm rot="20695255">
              <a:off x="3596341" y="2824396"/>
              <a:ext cx="219844" cy="224678"/>
            </a:xfrm>
            <a:custGeom>
              <a:avLst/>
              <a:gdLst/>
              <a:ahLst/>
              <a:cxnLst/>
              <a:rect l="l" t="t" r="r" b="b"/>
              <a:pathLst>
                <a:path w="219844" h="224678">
                  <a:moveTo>
                    <a:pt x="157685" y="31271"/>
                  </a:moveTo>
                  <a:cubicBezTo>
                    <a:pt x="150741" y="28334"/>
                    <a:pt x="143107" y="26710"/>
                    <a:pt x="135093" y="26710"/>
                  </a:cubicBezTo>
                  <a:cubicBezTo>
                    <a:pt x="103038" y="26710"/>
                    <a:pt x="77052" y="52696"/>
                    <a:pt x="77052" y="84751"/>
                  </a:cubicBezTo>
                  <a:cubicBezTo>
                    <a:pt x="77052" y="116806"/>
                    <a:pt x="103038" y="142792"/>
                    <a:pt x="135093" y="142792"/>
                  </a:cubicBezTo>
                  <a:cubicBezTo>
                    <a:pt x="167148" y="142792"/>
                    <a:pt x="193134" y="116806"/>
                    <a:pt x="193134" y="84751"/>
                  </a:cubicBezTo>
                  <a:cubicBezTo>
                    <a:pt x="193134" y="60710"/>
                    <a:pt x="178517" y="40082"/>
                    <a:pt x="157685" y="31271"/>
                  </a:cubicBezTo>
                  <a:close/>
                  <a:moveTo>
                    <a:pt x="168082" y="6660"/>
                  </a:moveTo>
                  <a:cubicBezTo>
                    <a:pt x="198500" y="19526"/>
                    <a:pt x="219844" y="49646"/>
                    <a:pt x="219844" y="84751"/>
                  </a:cubicBezTo>
                  <a:cubicBezTo>
                    <a:pt x="219844" y="131558"/>
                    <a:pt x="181900" y="169502"/>
                    <a:pt x="135093" y="169502"/>
                  </a:cubicBezTo>
                  <a:cubicBezTo>
                    <a:pt x="118969" y="169502"/>
                    <a:pt x="103896" y="164999"/>
                    <a:pt x="91834" y="155918"/>
                  </a:cubicBezTo>
                  <a:lnTo>
                    <a:pt x="75907" y="171845"/>
                  </a:lnTo>
                  <a:lnTo>
                    <a:pt x="94287" y="190225"/>
                  </a:lnTo>
                  <a:cubicBezTo>
                    <a:pt x="100658" y="196597"/>
                    <a:pt x="100658" y="206926"/>
                    <a:pt x="94287" y="213298"/>
                  </a:cubicBezTo>
                  <a:cubicBezTo>
                    <a:pt x="87915" y="219670"/>
                    <a:pt x="77585" y="219670"/>
                    <a:pt x="71214" y="213298"/>
                  </a:cubicBezTo>
                  <a:lnTo>
                    <a:pt x="52834" y="194918"/>
                  </a:lnTo>
                  <a:cubicBezTo>
                    <a:pt x="42914" y="204837"/>
                    <a:pt x="32993" y="214758"/>
                    <a:pt x="23073" y="224678"/>
                  </a:cubicBezTo>
                  <a:cubicBezTo>
                    <a:pt x="16701" y="231049"/>
                    <a:pt x="6372" y="231049"/>
                    <a:pt x="0" y="224678"/>
                  </a:cubicBezTo>
                  <a:lnTo>
                    <a:pt x="2" y="224678"/>
                  </a:lnTo>
                  <a:cubicBezTo>
                    <a:pt x="-6370" y="218306"/>
                    <a:pt x="-6370" y="207977"/>
                    <a:pt x="2" y="201605"/>
                  </a:cubicBezTo>
                  <a:lnTo>
                    <a:pt x="29762" y="171845"/>
                  </a:lnTo>
                  <a:cubicBezTo>
                    <a:pt x="23013" y="165096"/>
                    <a:pt x="16264" y="158346"/>
                    <a:pt x="9515" y="151597"/>
                  </a:cubicBezTo>
                  <a:cubicBezTo>
                    <a:pt x="3143" y="145225"/>
                    <a:pt x="3143" y="134896"/>
                    <a:pt x="9515" y="128524"/>
                  </a:cubicBezTo>
                  <a:lnTo>
                    <a:pt x="9514" y="128525"/>
                  </a:lnTo>
                  <a:cubicBezTo>
                    <a:pt x="15886" y="122154"/>
                    <a:pt x="26216" y="122154"/>
                    <a:pt x="32587" y="128525"/>
                  </a:cubicBezTo>
                  <a:lnTo>
                    <a:pt x="52834" y="148772"/>
                  </a:lnTo>
                  <a:lnTo>
                    <a:pt x="67820" y="133786"/>
                  </a:lnTo>
                  <a:cubicBezTo>
                    <a:pt x="56376" y="120674"/>
                    <a:pt x="50342" y="103417"/>
                    <a:pt x="50342" y="84751"/>
                  </a:cubicBezTo>
                  <a:cubicBezTo>
                    <a:pt x="50342" y="37944"/>
                    <a:pt x="88286" y="0"/>
                    <a:pt x="135093" y="0"/>
                  </a:cubicBezTo>
                  <a:cubicBezTo>
                    <a:pt x="146795" y="0"/>
                    <a:pt x="157942" y="2372"/>
                    <a:pt x="168082" y="66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6"/>
            <p:cNvSpPr/>
            <p:nvPr/>
          </p:nvSpPr>
          <p:spPr>
            <a:xfrm rot="1795255">
              <a:off x="3289052" y="2233474"/>
              <a:ext cx="236845" cy="424620"/>
            </a:xfrm>
            <a:custGeom>
              <a:avLst/>
              <a:gdLst/>
              <a:ahLst/>
              <a:cxnLst/>
              <a:rect l="l" t="t" r="r" b="b"/>
              <a:pathLst>
                <a:path w="2232248" h="4001999">
                  <a:moveTo>
                    <a:pt x="1116887" y="0"/>
                  </a:moveTo>
                  <a:cubicBezTo>
                    <a:pt x="1270748" y="4762"/>
                    <a:pt x="1433283" y="120651"/>
                    <a:pt x="1447291" y="308459"/>
                  </a:cubicBezTo>
                  <a:cubicBezTo>
                    <a:pt x="1483174" y="544979"/>
                    <a:pt x="1283237" y="603082"/>
                    <a:pt x="1339988" y="887363"/>
                  </a:cubicBezTo>
                  <a:lnTo>
                    <a:pt x="2232248" y="887363"/>
                  </a:lnTo>
                  <a:lnTo>
                    <a:pt x="2232248" y="1778237"/>
                  </a:lnTo>
                  <a:cubicBezTo>
                    <a:pt x="1956566" y="1829261"/>
                    <a:pt x="1897086" y="1634366"/>
                    <a:pt x="1663321" y="1669832"/>
                  </a:cubicBezTo>
                  <a:cubicBezTo>
                    <a:pt x="1475513" y="1683840"/>
                    <a:pt x="1359624" y="1846375"/>
                    <a:pt x="1354862" y="2000236"/>
                  </a:cubicBezTo>
                  <a:cubicBezTo>
                    <a:pt x="1358037" y="2135389"/>
                    <a:pt x="1477787" y="2334920"/>
                    <a:pt x="1701420" y="2336507"/>
                  </a:cubicBezTo>
                  <a:cubicBezTo>
                    <a:pt x="1972077" y="2308709"/>
                    <a:pt x="1932339" y="2176007"/>
                    <a:pt x="2232248" y="2187989"/>
                  </a:cubicBezTo>
                  <a:lnTo>
                    <a:pt x="2232248" y="3119611"/>
                  </a:lnTo>
                  <a:lnTo>
                    <a:pt x="1303259" y="3119611"/>
                  </a:lnTo>
                  <a:cubicBezTo>
                    <a:pt x="1289664" y="3424971"/>
                    <a:pt x="1423682" y="3383289"/>
                    <a:pt x="1451633" y="3655441"/>
                  </a:cubicBezTo>
                  <a:cubicBezTo>
                    <a:pt x="1450046" y="3879074"/>
                    <a:pt x="1250515" y="3998824"/>
                    <a:pt x="1115362" y="4001999"/>
                  </a:cubicBezTo>
                  <a:cubicBezTo>
                    <a:pt x="961501" y="3997237"/>
                    <a:pt x="798966" y="3881348"/>
                    <a:pt x="784958" y="3693540"/>
                  </a:cubicBezTo>
                  <a:cubicBezTo>
                    <a:pt x="749282" y="3458385"/>
                    <a:pt x="946712" y="3399594"/>
                    <a:pt x="892811" y="3119611"/>
                  </a:cubicBezTo>
                  <a:lnTo>
                    <a:pt x="0" y="3119611"/>
                  </a:lnTo>
                  <a:lnTo>
                    <a:pt x="0" y="2203607"/>
                  </a:lnTo>
                  <a:cubicBezTo>
                    <a:pt x="285884" y="2145799"/>
                    <a:pt x="343730" y="2346665"/>
                    <a:pt x="580754" y="2310706"/>
                  </a:cubicBezTo>
                  <a:cubicBezTo>
                    <a:pt x="768562" y="2296698"/>
                    <a:pt x="884451" y="2134163"/>
                    <a:pt x="889213" y="1980302"/>
                  </a:cubicBezTo>
                  <a:cubicBezTo>
                    <a:pt x="886038" y="1845149"/>
                    <a:pt x="766288" y="1645618"/>
                    <a:pt x="542655" y="1644031"/>
                  </a:cubicBezTo>
                  <a:cubicBezTo>
                    <a:pt x="268493" y="1672188"/>
                    <a:pt x="312817" y="1807984"/>
                    <a:pt x="0" y="1792208"/>
                  </a:cubicBezTo>
                  <a:lnTo>
                    <a:pt x="0" y="887363"/>
                  </a:lnTo>
                  <a:lnTo>
                    <a:pt x="928847" y="887363"/>
                  </a:lnTo>
                  <a:cubicBezTo>
                    <a:pt x="944034" y="576570"/>
                    <a:pt x="808718" y="620178"/>
                    <a:pt x="780616" y="346558"/>
                  </a:cubicBezTo>
                  <a:cubicBezTo>
                    <a:pt x="782203" y="122925"/>
                    <a:pt x="981734" y="3175"/>
                    <a:pt x="111688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" name="Rounded Rectangle 7"/>
            <p:cNvSpPr/>
            <p:nvPr/>
          </p:nvSpPr>
          <p:spPr>
            <a:xfrm rot="20695255">
              <a:off x="3066700" y="3575906"/>
              <a:ext cx="284381" cy="245417"/>
            </a:xfrm>
            <a:custGeom>
              <a:avLst/>
              <a:gdLst/>
              <a:ahLst/>
              <a:cxnLst/>
              <a:rect l="l" t="t" r="r" b="b"/>
              <a:pathLst>
                <a:path w="3240006" h="2796091">
                  <a:moveTo>
                    <a:pt x="686867" y="612319"/>
                  </a:moveTo>
                  <a:cubicBezTo>
                    <a:pt x="611281" y="612319"/>
                    <a:pt x="550007" y="673593"/>
                    <a:pt x="550007" y="749179"/>
                  </a:cubicBezTo>
                  <a:cubicBezTo>
                    <a:pt x="550007" y="824765"/>
                    <a:pt x="611281" y="886039"/>
                    <a:pt x="686867" y="886039"/>
                  </a:cubicBezTo>
                  <a:cubicBezTo>
                    <a:pt x="762453" y="886039"/>
                    <a:pt x="823727" y="824765"/>
                    <a:pt x="823727" y="749179"/>
                  </a:cubicBezTo>
                  <a:cubicBezTo>
                    <a:pt x="823727" y="673593"/>
                    <a:pt x="762453" y="612319"/>
                    <a:pt x="686867" y="612319"/>
                  </a:cubicBezTo>
                  <a:close/>
                  <a:moveTo>
                    <a:pt x="1587500" y="281447"/>
                  </a:moveTo>
                  <a:cubicBezTo>
                    <a:pt x="1432061" y="281447"/>
                    <a:pt x="1306053" y="407455"/>
                    <a:pt x="1306053" y="562894"/>
                  </a:cubicBezTo>
                  <a:cubicBezTo>
                    <a:pt x="1306053" y="718333"/>
                    <a:pt x="1432061" y="844341"/>
                    <a:pt x="1587500" y="844341"/>
                  </a:cubicBezTo>
                  <a:cubicBezTo>
                    <a:pt x="1742939" y="844341"/>
                    <a:pt x="1868947" y="718333"/>
                    <a:pt x="1868947" y="562894"/>
                  </a:cubicBezTo>
                  <a:cubicBezTo>
                    <a:pt x="1868947" y="407455"/>
                    <a:pt x="1742939" y="281447"/>
                    <a:pt x="1587500" y="281447"/>
                  </a:cubicBezTo>
                  <a:close/>
                  <a:moveTo>
                    <a:pt x="1587500" y="0"/>
                  </a:moveTo>
                  <a:cubicBezTo>
                    <a:pt x="1898378" y="0"/>
                    <a:pt x="2150394" y="252016"/>
                    <a:pt x="2150394" y="562894"/>
                  </a:cubicBezTo>
                  <a:cubicBezTo>
                    <a:pt x="2150394" y="786167"/>
                    <a:pt x="2020401" y="979078"/>
                    <a:pt x="1831095" y="1068260"/>
                  </a:cubicBezTo>
                  <a:lnTo>
                    <a:pt x="2215710" y="1068260"/>
                  </a:lnTo>
                  <a:cubicBezTo>
                    <a:pt x="2374756" y="1068260"/>
                    <a:pt x="2503688" y="1197192"/>
                    <a:pt x="2503688" y="1356238"/>
                  </a:cubicBezTo>
                  <a:lnTo>
                    <a:pt x="2503688" y="1474975"/>
                  </a:lnTo>
                  <a:lnTo>
                    <a:pt x="2656086" y="1474975"/>
                  </a:lnTo>
                  <a:cubicBezTo>
                    <a:pt x="2692420" y="1474975"/>
                    <a:pt x="2722815" y="1500405"/>
                    <a:pt x="2728975" y="1534767"/>
                  </a:cubicBezTo>
                  <a:lnTo>
                    <a:pt x="3240006" y="1109804"/>
                  </a:lnTo>
                  <a:lnTo>
                    <a:pt x="3240006" y="2754548"/>
                  </a:lnTo>
                  <a:lnTo>
                    <a:pt x="2728975" y="2329585"/>
                  </a:lnTo>
                  <a:cubicBezTo>
                    <a:pt x="2722815" y="2363946"/>
                    <a:pt x="2692420" y="2389375"/>
                    <a:pt x="2656086" y="2389375"/>
                  </a:cubicBezTo>
                  <a:lnTo>
                    <a:pt x="2503688" y="2389375"/>
                  </a:lnTo>
                  <a:lnTo>
                    <a:pt x="2503688" y="2508113"/>
                  </a:lnTo>
                  <a:cubicBezTo>
                    <a:pt x="2503688" y="2667159"/>
                    <a:pt x="2374756" y="2796091"/>
                    <a:pt x="2215710" y="2796091"/>
                  </a:cubicBezTo>
                  <a:lnTo>
                    <a:pt x="287978" y="2796091"/>
                  </a:lnTo>
                  <a:cubicBezTo>
                    <a:pt x="128932" y="2796091"/>
                    <a:pt x="0" y="2667159"/>
                    <a:pt x="0" y="2508113"/>
                  </a:cubicBezTo>
                  <a:lnTo>
                    <a:pt x="0" y="1356238"/>
                  </a:lnTo>
                  <a:cubicBezTo>
                    <a:pt x="0" y="1197192"/>
                    <a:pt x="128932" y="1068260"/>
                    <a:pt x="287978" y="1068260"/>
                  </a:cubicBezTo>
                  <a:lnTo>
                    <a:pt x="544513" y="1068260"/>
                  </a:lnTo>
                  <a:cubicBezTo>
                    <a:pt x="422089" y="1014226"/>
                    <a:pt x="336949" y="891645"/>
                    <a:pt x="336949" y="749179"/>
                  </a:cubicBezTo>
                  <a:cubicBezTo>
                    <a:pt x="336949" y="555925"/>
                    <a:pt x="493613" y="399261"/>
                    <a:pt x="686867" y="399261"/>
                  </a:cubicBezTo>
                  <a:cubicBezTo>
                    <a:pt x="880121" y="399261"/>
                    <a:pt x="1036785" y="555925"/>
                    <a:pt x="1036785" y="749179"/>
                  </a:cubicBezTo>
                  <a:cubicBezTo>
                    <a:pt x="1036785" y="891645"/>
                    <a:pt x="951645" y="1014226"/>
                    <a:pt x="829222" y="1068260"/>
                  </a:cubicBezTo>
                  <a:lnTo>
                    <a:pt x="1343906" y="1068260"/>
                  </a:lnTo>
                  <a:cubicBezTo>
                    <a:pt x="1154600" y="979078"/>
                    <a:pt x="1024606" y="786167"/>
                    <a:pt x="1024606" y="562894"/>
                  </a:cubicBezTo>
                  <a:cubicBezTo>
                    <a:pt x="1024606" y="252016"/>
                    <a:pt x="1276622" y="0"/>
                    <a:pt x="158750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0" name="Round Same Side Corner Rectangle 6"/>
            <p:cNvSpPr>
              <a:spLocks noChangeAspect="1"/>
            </p:cNvSpPr>
            <p:nvPr/>
          </p:nvSpPr>
          <p:spPr>
            <a:xfrm rot="1795255">
              <a:off x="3308926" y="3001968"/>
              <a:ext cx="105549" cy="423157"/>
            </a:xfrm>
            <a:custGeom>
              <a:avLst/>
              <a:gdLst/>
              <a:ahLst/>
              <a:cxnLst/>
              <a:rect l="l" t="t" r="r" b="b"/>
              <a:pathLst>
                <a:path w="1035916" h="4153123">
                  <a:moveTo>
                    <a:pt x="277501" y="3759099"/>
                  </a:moveTo>
                  <a:lnTo>
                    <a:pt x="758408" y="3759099"/>
                  </a:lnTo>
                  <a:lnTo>
                    <a:pt x="517954" y="4153123"/>
                  </a:lnTo>
                  <a:close/>
                  <a:moveTo>
                    <a:pt x="42612" y="2944898"/>
                  </a:moveTo>
                  <a:cubicBezTo>
                    <a:pt x="153922" y="2941505"/>
                    <a:pt x="246502" y="2889483"/>
                    <a:pt x="275675" y="2819018"/>
                  </a:cubicBezTo>
                  <a:cubicBezTo>
                    <a:pt x="304648" y="2892614"/>
                    <a:pt x="403763" y="2945872"/>
                    <a:pt x="521107" y="2945872"/>
                  </a:cubicBezTo>
                  <a:cubicBezTo>
                    <a:pt x="638453" y="2945872"/>
                    <a:pt x="737567" y="2892613"/>
                    <a:pt x="766540" y="2819017"/>
                  </a:cubicBezTo>
                  <a:cubicBezTo>
                    <a:pt x="795133" y="2888142"/>
                    <a:pt x="884783" y="2939514"/>
                    <a:pt x="993299" y="2944464"/>
                  </a:cubicBezTo>
                  <a:lnTo>
                    <a:pt x="776840" y="3657264"/>
                  </a:lnTo>
                  <a:lnTo>
                    <a:pt x="258940" y="3657264"/>
                  </a:lnTo>
                  <a:close/>
                  <a:moveTo>
                    <a:pt x="809102" y="564558"/>
                  </a:moveTo>
                  <a:lnTo>
                    <a:pt x="1035914" y="564558"/>
                  </a:lnTo>
                  <a:lnTo>
                    <a:pt x="1035915" y="2838682"/>
                  </a:lnTo>
                  <a:cubicBezTo>
                    <a:pt x="1029586" y="2840409"/>
                    <a:pt x="1023074" y="2840731"/>
                    <a:pt x="1016490" y="2840731"/>
                  </a:cubicBezTo>
                  <a:cubicBezTo>
                    <a:pt x="901952" y="2840731"/>
                    <a:pt x="809102" y="2743612"/>
                    <a:pt x="809101" y="2623810"/>
                  </a:cubicBezTo>
                  <a:close/>
                  <a:moveTo>
                    <a:pt x="310569" y="564558"/>
                  </a:moveTo>
                  <a:lnTo>
                    <a:pt x="725347" y="564558"/>
                  </a:lnTo>
                  <a:lnTo>
                    <a:pt x="725347" y="2633342"/>
                  </a:lnTo>
                  <a:cubicBezTo>
                    <a:pt x="725347" y="2747880"/>
                    <a:pt x="632496" y="2840731"/>
                    <a:pt x="517958" y="2840731"/>
                  </a:cubicBezTo>
                  <a:cubicBezTo>
                    <a:pt x="403420" y="2840731"/>
                    <a:pt x="310569" y="2747880"/>
                    <a:pt x="310569" y="2633342"/>
                  </a:cubicBezTo>
                  <a:close/>
                  <a:moveTo>
                    <a:pt x="0" y="564557"/>
                  </a:moveTo>
                  <a:lnTo>
                    <a:pt x="226813" y="564557"/>
                  </a:lnTo>
                  <a:lnTo>
                    <a:pt x="226813" y="2623810"/>
                  </a:lnTo>
                  <a:cubicBezTo>
                    <a:pt x="226813" y="2743612"/>
                    <a:pt x="133962" y="2840731"/>
                    <a:pt x="19424" y="2840730"/>
                  </a:cubicBezTo>
                  <a:cubicBezTo>
                    <a:pt x="12841" y="2840730"/>
                    <a:pt x="6329" y="2840409"/>
                    <a:pt x="0" y="2838682"/>
                  </a:cubicBezTo>
                  <a:close/>
                  <a:moveTo>
                    <a:pt x="71964" y="71964"/>
                  </a:moveTo>
                  <a:cubicBezTo>
                    <a:pt x="116427" y="27501"/>
                    <a:pt x="177852" y="0"/>
                    <a:pt x="245701" y="0"/>
                  </a:cubicBezTo>
                  <a:lnTo>
                    <a:pt x="790215" y="0"/>
                  </a:lnTo>
                  <a:cubicBezTo>
                    <a:pt x="925912" y="0"/>
                    <a:pt x="1035916" y="110004"/>
                    <a:pt x="1035916" y="245701"/>
                  </a:cubicBezTo>
                  <a:cubicBezTo>
                    <a:pt x="1035916" y="327601"/>
                    <a:pt x="1035915" y="409501"/>
                    <a:pt x="1035915" y="491401"/>
                  </a:cubicBezTo>
                  <a:lnTo>
                    <a:pt x="0" y="491401"/>
                  </a:lnTo>
                  <a:lnTo>
                    <a:pt x="0" y="245701"/>
                  </a:lnTo>
                  <a:cubicBezTo>
                    <a:pt x="0" y="177853"/>
                    <a:pt x="27501" y="116427"/>
                    <a:pt x="71964" y="7196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1" name="Rounded Rectangle 27"/>
            <p:cNvSpPr/>
            <p:nvPr/>
          </p:nvSpPr>
          <p:spPr>
            <a:xfrm rot="20695255">
              <a:off x="3139926" y="1944469"/>
              <a:ext cx="238654" cy="183319"/>
            </a:xfrm>
            <a:custGeom>
              <a:avLst/>
              <a:gdLst/>
              <a:ahLst/>
              <a:cxnLst/>
              <a:rect l="l" t="t" r="r" b="b"/>
              <a:pathLst>
                <a:path w="3186824" h="2447912">
                  <a:moveTo>
                    <a:pt x="1917737" y="1021643"/>
                  </a:moveTo>
                  <a:cubicBezTo>
                    <a:pt x="2188548" y="1021643"/>
                    <a:pt x="2408083" y="1241178"/>
                    <a:pt x="2408083" y="1511989"/>
                  </a:cubicBezTo>
                  <a:cubicBezTo>
                    <a:pt x="2408083" y="1782800"/>
                    <a:pt x="2188548" y="2002335"/>
                    <a:pt x="1917737" y="2002335"/>
                  </a:cubicBezTo>
                  <a:cubicBezTo>
                    <a:pt x="1646926" y="2002335"/>
                    <a:pt x="1427391" y="1782800"/>
                    <a:pt x="1427391" y="1511989"/>
                  </a:cubicBezTo>
                  <a:cubicBezTo>
                    <a:pt x="1427391" y="1241178"/>
                    <a:pt x="1646926" y="1021643"/>
                    <a:pt x="1917737" y="1021643"/>
                  </a:cubicBezTo>
                  <a:close/>
                  <a:moveTo>
                    <a:pt x="1917737" y="827913"/>
                  </a:moveTo>
                  <a:cubicBezTo>
                    <a:pt x="1539932" y="827913"/>
                    <a:pt x="1233661" y="1134184"/>
                    <a:pt x="1233661" y="1511989"/>
                  </a:cubicBezTo>
                  <a:cubicBezTo>
                    <a:pt x="1233661" y="1889794"/>
                    <a:pt x="1539932" y="2196065"/>
                    <a:pt x="1917737" y="2196065"/>
                  </a:cubicBezTo>
                  <a:cubicBezTo>
                    <a:pt x="2295542" y="2196065"/>
                    <a:pt x="2601813" y="1889794"/>
                    <a:pt x="2601813" y="1511989"/>
                  </a:cubicBezTo>
                  <a:cubicBezTo>
                    <a:pt x="2601813" y="1134184"/>
                    <a:pt x="2295542" y="827913"/>
                    <a:pt x="1917737" y="827913"/>
                  </a:cubicBezTo>
                  <a:close/>
                  <a:moveTo>
                    <a:pt x="1112286" y="675885"/>
                  </a:moveTo>
                  <a:lnTo>
                    <a:pt x="1112286" y="830188"/>
                  </a:lnTo>
                  <a:lnTo>
                    <a:pt x="1328310" y="830188"/>
                  </a:lnTo>
                  <a:lnTo>
                    <a:pt x="1328310" y="675885"/>
                  </a:lnTo>
                  <a:close/>
                  <a:moveTo>
                    <a:pt x="2586084" y="626422"/>
                  </a:moveTo>
                  <a:lnTo>
                    <a:pt x="2586084" y="830188"/>
                  </a:lnTo>
                  <a:lnTo>
                    <a:pt x="3001340" y="830188"/>
                  </a:lnTo>
                  <a:lnTo>
                    <a:pt x="3001340" y="626422"/>
                  </a:lnTo>
                  <a:close/>
                  <a:moveTo>
                    <a:pt x="1593701" y="108218"/>
                  </a:moveTo>
                  <a:lnTo>
                    <a:pt x="1593701" y="432905"/>
                  </a:lnTo>
                  <a:lnTo>
                    <a:pt x="2241773" y="432905"/>
                  </a:lnTo>
                  <a:lnTo>
                    <a:pt x="2241773" y="108218"/>
                  </a:lnTo>
                  <a:close/>
                  <a:moveTo>
                    <a:pt x="1452512" y="0"/>
                  </a:moveTo>
                  <a:lnTo>
                    <a:pt x="2382963" y="0"/>
                  </a:lnTo>
                  <a:cubicBezTo>
                    <a:pt x="2433311" y="0"/>
                    <a:pt x="2474127" y="40816"/>
                    <a:pt x="2474127" y="91164"/>
                  </a:cubicBezTo>
                  <a:lnTo>
                    <a:pt x="2474127" y="432905"/>
                  </a:lnTo>
                  <a:lnTo>
                    <a:pt x="2933014" y="432905"/>
                  </a:lnTo>
                  <a:cubicBezTo>
                    <a:pt x="3073189" y="432905"/>
                    <a:pt x="3186824" y="546540"/>
                    <a:pt x="3186824" y="686715"/>
                  </a:cubicBezTo>
                  <a:lnTo>
                    <a:pt x="3186824" y="2194102"/>
                  </a:lnTo>
                  <a:cubicBezTo>
                    <a:pt x="3186824" y="2334277"/>
                    <a:pt x="3073189" y="2447912"/>
                    <a:pt x="2933014" y="2447912"/>
                  </a:cubicBezTo>
                  <a:lnTo>
                    <a:pt x="253810" y="2447912"/>
                  </a:lnTo>
                  <a:cubicBezTo>
                    <a:pt x="113635" y="2447912"/>
                    <a:pt x="0" y="2334277"/>
                    <a:pt x="0" y="2194102"/>
                  </a:cubicBezTo>
                  <a:lnTo>
                    <a:pt x="0" y="686715"/>
                  </a:lnTo>
                  <a:cubicBezTo>
                    <a:pt x="0" y="546540"/>
                    <a:pt x="113635" y="432905"/>
                    <a:pt x="253810" y="432905"/>
                  </a:cubicBezTo>
                  <a:lnTo>
                    <a:pt x="307082" y="432905"/>
                  </a:lnTo>
                  <a:lnTo>
                    <a:pt x="307082" y="313169"/>
                  </a:lnTo>
                  <a:cubicBezTo>
                    <a:pt x="307082" y="287995"/>
                    <a:pt x="327490" y="267587"/>
                    <a:pt x="352664" y="267587"/>
                  </a:cubicBezTo>
                  <a:lnTo>
                    <a:pt x="817888" y="267587"/>
                  </a:lnTo>
                  <a:cubicBezTo>
                    <a:pt x="843062" y="267587"/>
                    <a:pt x="863470" y="287995"/>
                    <a:pt x="863470" y="313169"/>
                  </a:cubicBezTo>
                  <a:lnTo>
                    <a:pt x="863470" y="432905"/>
                  </a:lnTo>
                  <a:lnTo>
                    <a:pt x="1361348" y="432905"/>
                  </a:lnTo>
                  <a:lnTo>
                    <a:pt x="1361348" y="91164"/>
                  </a:lnTo>
                  <a:cubicBezTo>
                    <a:pt x="1361348" y="40816"/>
                    <a:pt x="1402164" y="0"/>
                    <a:pt x="145251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2" name="Rectangle 36"/>
            <p:cNvSpPr/>
            <p:nvPr/>
          </p:nvSpPr>
          <p:spPr>
            <a:xfrm rot="20695255">
              <a:off x="3594049" y="2058933"/>
              <a:ext cx="226819" cy="189603"/>
            </a:xfrm>
            <a:custGeom>
              <a:avLst/>
              <a:gdLst/>
              <a:ahLst/>
              <a:cxnLst/>
              <a:rect l="l" t="t" r="r" b="b"/>
              <a:pathLst>
                <a:path w="3186824" h="2663936">
                  <a:moveTo>
                    <a:pt x="2624444" y="2376100"/>
                  </a:moveTo>
                  <a:lnTo>
                    <a:pt x="2624444" y="2520100"/>
                  </a:lnTo>
                  <a:lnTo>
                    <a:pt x="2952463" y="2520100"/>
                  </a:lnTo>
                  <a:lnTo>
                    <a:pt x="2952463" y="2376100"/>
                  </a:lnTo>
                  <a:close/>
                  <a:moveTo>
                    <a:pt x="210911" y="2376100"/>
                  </a:moveTo>
                  <a:lnTo>
                    <a:pt x="210911" y="2520100"/>
                  </a:lnTo>
                  <a:lnTo>
                    <a:pt x="538930" y="2520100"/>
                  </a:lnTo>
                  <a:lnTo>
                    <a:pt x="538930" y="2376100"/>
                  </a:lnTo>
                  <a:close/>
                  <a:moveTo>
                    <a:pt x="2624444" y="2095269"/>
                  </a:moveTo>
                  <a:lnTo>
                    <a:pt x="2624444" y="2239269"/>
                  </a:lnTo>
                  <a:lnTo>
                    <a:pt x="2952463" y="2239269"/>
                  </a:lnTo>
                  <a:lnTo>
                    <a:pt x="2952463" y="2095269"/>
                  </a:lnTo>
                  <a:close/>
                  <a:moveTo>
                    <a:pt x="210911" y="2095269"/>
                  </a:moveTo>
                  <a:lnTo>
                    <a:pt x="210911" y="2239269"/>
                  </a:lnTo>
                  <a:lnTo>
                    <a:pt x="538930" y="2239269"/>
                  </a:lnTo>
                  <a:lnTo>
                    <a:pt x="538930" y="2095269"/>
                  </a:lnTo>
                  <a:close/>
                  <a:moveTo>
                    <a:pt x="2624444" y="1814436"/>
                  </a:moveTo>
                  <a:lnTo>
                    <a:pt x="2624444" y="1958436"/>
                  </a:lnTo>
                  <a:lnTo>
                    <a:pt x="2952463" y="1958436"/>
                  </a:lnTo>
                  <a:lnTo>
                    <a:pt x="2952463" y="1814436"/>
                  </a:lnTo>
                  <a:close/>
                  <a:moveTo>
                    <a:pt x="210911" y="1814436"/>
                  </a:moveTo>
                  <a:lnTo>
                    <a:pt x="210911" y="1958436"/>
                  </a:lnTo>
                  <a:lnTo>
                    <a:pt x="538930" y="1958436"/>
                  </a:lnTo>
                  <a:lnTo>
                    <a:pt x="538930" y="1814436"/>
                  </a:lnTo>
                  <a:close/>
                  <a:moveTo>
                    <a:pt x="2624444" y="1533603"/>
                  </a:moveTo>
                  <a:lnTo>
                    <a:pt x="2624444" y="1677603"/>
                  </a:lnTo>
                  <a:lnTo>
                    <a:pt x="2952463" y="1677603"/>
                  </a:lnTo>
                  <a:lnTo>
                    <a:pt x="2952463" y="1533603"/>
                  </a:lnTo>
                  <a:close/>
                  <a:moveTo>
                    <a:pt x="210911" y="1533603"/>
                  </a:moveTo>
                  <a:lnTo>
                    <a:pt x="210911" y="1677603"/>
                  </a:lnTo>
                  <a:lnTo>
                    <a:pt x="538930" y="1677603"/>
                  </a:lnTo>
                  <a:lnTo>
                    <a:pt x="538930" y="1533603"/>
                  </a:lnTo>
                  <a:close/>
                  <a:moveTo>
                    <a:pt x="2624444" y="1252770"/>
                  </a:moveTo>
                  <a:lnTo>
                    <a:pt x="2624444" y="1396770"/>
                  </a:lnTo>
                  <a:lnTo>
                    <a:pt x="2952463" y="1396770"/>
                  </a:lnTo>
                  <a:lnTo>
                    <a:pt x="2952463" y="1252770"/>
                  </a:lnTo>
                  <a:close/>
                  <a:moveTo>
                    <a:pt x="210911" y="1252770"/>
                  </a:moveTo>
                  <a:lnTo>
                    <a:pt x="210911" y="1396770"/>
                  </a:lnTo>
                  <a:lnTo>
                    <a:pt x="538930" y="1396770"/>
                  </a:lnTo>
                  <a:lnTo>
                    <a:pt x="538930" y="1252770"/>
                  </a:lnTo>
                  <a:close/>
                  <a:moveTo>
                    <a:pt x="2624444" y="971937"/>
                  </a:moveTo>
                  <a:lnTo>
                    <a:pt x="2624444" y="1115937"/>
                  </a:lnTo>
                  <a:lnTo>
                    <a:pt x="2952463" y="1115937"/>
                  </a:lnTo>
                  <a:lnTo>
                    <a:pt x="2952463" y="971937"/>
                  </a:lnTo>
                  <a:close/>
                  <a:moveTo>
                    <a:pt x="210911" y="971937"/>
                  </a:moveTo>
                  <a:lnTo>
                    <a:pt x="210911" y="1115937"/>
                  </a:lnTo>
                  <a:lnTo>
                    <a:pt x="538930" y="1115937"/>
                  </a:lnTo>
                  <a:lnTo>
                    <a:pt x="538930" y="971937"/>
                  </a:lnTo>
                  <a:close/>
                  <a:moveTo>
                    <a:pt x="2624444" y="691104"/>
                  </a:moveTo>
                  <a:lnTo>
                    <a:pt x="2624444" y="835104"/>
                  </a:lnTo>
                  <a:lnTo>
                    <a:pt x="2952463" y="835104"/>
                  </a:lnTo>
                  <a:lnTo>
                    <a:pt x="2952463" y="691104"/>
                  </a:lnTo>
                  <a:close/>
                  <a:moveTo>
                    <a:pt x="210911" y="691104"/>
                  </a:moveTo>
                  <a:lnTo>
                    <a:pt x="210911" y="835104"/>
                  </a:lnTo>
                  <a:lnTo>
                    <a:pt x="538930" y="835104"/>
                  </a:lnTo>
                  <a:lnTo>
                    <a:pt x="538930" y="691104"/>
                  </a:lnTo>
                  <a:close/>
                  <a:moveTo>
                    <a:pt x="988006" y="552354"/>
                  </a:moveTo>
                  <a:lnTo>
                    <a:pt x="988006" y="2111583"/>
                  </a:lnTo>
                  <a:lnTo>
                    <a:pt x="2332169" y="1331969"/>
                  </a:lnTo>
                  <a:close/>
                  <a:moveTo>
                    <a:pt x="2624444" y="410271"/>
                  </a:moveTo>
                  <a:lnTo>
                    <a:pt x="2624444" y="554271"/>
                  </a:lnTo>
                  <a:lnTo>
                    <a:pt x="2952463" y="554271"/>
                  </a:lnTo>
                  <a:lnTo>
                    <a:pt x="2952463" y="410271"/>
                  </a:lnTo>
                  <a:close/>
                  <a:moveTo>
                    <a:pt x="210911" y="410271"/>
                  </a:moveTo>
                  <a:lnTo>
                    <a:pt x="210911" y="554271"/>
                  </a:lnTo>
                  <a:lnTo>
                    <a:pt x="538930" y="554271"/>
                  </a:lnTo>
                  <a:lnTo>
                    <a:pt x="538930" y="410271"/>
                  </a:lnTo>
                  <a:close/>
                  <a:moveTo>
                    <a:pt x="2624444" y="129438"/>
                  </a:moveTo>
                  <a:lnTo>
                    <a:pt x="2624444" y="273438"/>
                  </a:lnTo>
                  <a:lnTo>
                    <a:pt x="2952463" y="273438"/>
                  </a:lnTo>
                  <a:lnTo>
                    <a:pt x="2952463" y="129438"/>
                  </a:lnTo>
                  <a:close/>
                  <a:moveTo>
                    <a:pt x="210911" y="129438"/>
                  </a:moveTo>
                  <a:lnTo>
                    <a:pt x="210911" y="273438"/>
                  </a:lnTo>
                  <a:lnTo>
                    <a:pt x="538930" y="273438"/>
                  </a:lnTo>
                  <a:lnTo>
                    <a:pt x="538930" y="129438"/>
                  </a:lnTo>
                  <a:close/>
                  <a:moveTo>
                    <a:pt x="0" y="0"/>
                  </a:moveTo>
                  <a:lnTo>
                    <a:pt x="3186824" y="0"/>
                  </a:lnTo>
                  <a:lnTo>
                    <a:pt x="3186824" y="2663936"/>
                  </a:lnTo>
                  <a:lnTo>
                    <a:pt x="0" y="266393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23" name="Rectangle 16"/>
            <p:cNvSpPr/>
            <p:nvPr/>
          </p:nvSpPr>
          <p:spPr>
            <a:xfrm rot="20695255">
              <a:off x="2623362" y="3668099"/>
              <a:ext cx="252529" cy="165966"/>
            </a:xfrm>
            <a:custGeom>
              <a:avLst/>
              <a:gdLst/>
              <a:ahLst/>
              <a:cxnLst/>
              <a:rect l="l" t="t" r="r" b="b"/>
              <a:pathLst>
                <a:path w="3240006" h="2129375">
                  <a:moveTo>
                    <a:pt x="1916836" y="454558"/>
                  </a:moveTo>
                  <a:cubicBezTo>
                    <a:pt x="2018418" y="454558"/>
                    <a:pt x="2100766" y="536906"/>
                    <a:pt x="2100766" y="638488"/>
                  </a:cubicBezTo>
                  <a:cubicBezTo>
                    <a:pt x="2100766" y="740070"/>
                    <a:pt x="2018418" y="822418"/>
                    <a:pt x="1916836" y="822418"/>
                  </a:cubicBezTo>
                  <a:cubicBezTo>
                    <a:pt x="1815254" y="822418"/>
                    <a:pt x="1732906" y="740070"/>
                    <a:pt x="1732906" y="638488"/>
                  </a:cubicBezTo>
                  <a:cubicBezTo>
                    <a:pt x="1732906" y="536906"/>
                    <a:pt x="1815254" y="454558"/>
                    <a:pt x="1916836" y="454558"/>
                  </a:cubicBezTo>
                  <a:close/>
                  <a:moveTo>
                    <a:pt x="1197545" y="272737"/>
                  </a:moveTo>
                  <a:lnTo>
                    <a:pt x="1861974" y="1458536"/>
                  </a:lnTo>
                  <a:lnTo>
                    <a:pt x="2263096" y="848801"/>
                  </a:lnTo>
                  <a:lnTo>
                    <a:pt x="2919562" y="1846679"/>
                  </a:lnTo>
                  <a:lnTo>
                    <a:pt x="2079459" y="1846679"/>
                  </a:lnTo>
                  <a:lnTo>
                    <a:pt x="1606629" y="1846679"/>
                  </a:lnTo>
                  <a:lnTo>
                    <a:pt x="315630" y="1846679"/>
                  </a:lnTo>
                  <a:close/>
                  <a:moveTo>
                    <a:pt x="180003" y="164687"/>
                  </a:moveTo>
                  <a:lnTo>
                    <a:pt x="180003" y="1964687"/>
                  </a:lnTo>
                  <a:lnTo>
                    <a:pt x="3060003" y="1964687"/>
                  </a:lnTo>
                  <a:lnTo>
                    <a:pt x="3060003" y="164687"/>
                  </a:lnTo>
                  <a:close/>
                  <a:moveTo>
                    <a:pt x="0" y="0"/>
                  </a:moveTo>
                  <a:lnTo>
                    <a:pt x="3240006" y="0"/>
                  </a:lnTo>
                  <a:lnTo>
                    <a:pt x="3240006" y="2129375"/>
                  </a:lnTo>
                  <a:lnTo>
                    <a:pt x="0" y="212937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1937906" y="2024163"/>
            <a:ext cx="1203088" cy="1373937"/>
            <a:chOff x="1937906" y="2024163"/>
            <a:chExt cx="1203088" cy="1373937"/>
          </a:xfrm>
        </p:grpSpPr>
        <p:sp>
          <p:nvSpPr>
            <p:cNvPr id="24" name="Isosceles Triangle 30"/>
            <p:cNvSpPr/>
            <p:nvPr/>
          </p:nvSpPr>
          <p:spPr>
            <a:xfrm rot="18794210">
              <a:off x="2787697" y="1863364"/>
              <a:ext cx="192498" cy="514096"/>
            </a:xfrm>
            <a:custGeom>
              <a:avLst/>
              <a:gdLst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24307 w 696456"/>
                <a:gd name="connsiteY5" fmla="*/ 772149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06386 w 696456"/>
                <a:gd name="connsiteY5" fmla="*/ 827860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0834 w 696456"/>
                <a:gd name="connsiteY2" fmla="*/ 928544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40376 w 696456"/>
                <a:gd name="connsiteY5" fmla="*/ 700968 h 1522641"/>
                <a:gd name="connsiteX6" fmla="*/ 209433 w 696456"/>
                <a:gd name="connsiteY6" fmla="*/ 0 h 1522641"/>
                <a:gd name="connsiteX0" fmla="*/ 319878 w 806901"/>
                <a:gd name="connsiteY0" fmla="*/ 0 h 1522641"/>
                <a:gd name="connsiteX1" fmla="*/ 806901 w 806901"/>
                <a:gd name="connsiteY1" fmla="*/ 891485 h 1522641"/>
                <a:gd name="connsiteX2" fmla="*/ 475857 w 806901"/>
                <a:gd name="connsiteY2" fmla="*/ 815137 h 1522641"/>
                <a:gd name="connsiteX3" fmla="*/ 585799 w 806901"/>
                <a:gd name="connsiteY3" fmla="*/ 1522641 h 1522641"/>
                <a:gd name="connsiteX4" fmla="*/ 0 w 806901"/>
                <a:gd name="connsiteY4" fmla="*/ 503672 h 1522641"/>
                <a:gd name="connsiteX5" fmla="*/ 450821 w 806901"/>
                <a:gd name="connsiteY5" fmla="*/ 700968 h 1522641"/>
                <a:gd name="connsiteX6" fmla="*/ 319878 w 80690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75857 w 865961"/>
                <a:gd name="connsiteY2" fmla="*/ 815137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45997 w 865961"/>
                <a:gd name="connsiteY2" fmla="*/ 861940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5961" h="1522641">
                  <a:moveTo>
                    <a:pt x="319878" y="0"/>
                  </a:moveTo>
                  <a:lnTo>
                    <a:pt x="865960" y="1012964"/>
                  </a:lnTo>
                  <a:lnTo>
                    <a:pt x="445997" y="861940"/>
                  </a:lnTo>
                  <a:cubicBezTo>
                    <a:pt x="444170" y="1059972"/>
                    <a:pt x="587626" y="1324609"/>
                    <a:pt x="585799" y="1522641"/>
                  </a:cubicBezTo>
                  <a:lnTo>
                    <a:pt x="0" y="503672"/>
                  </a:lnTo>
                  <a:lnTo>
                    <a:pt x="450821" y="700968"/>
                  </a:lnTo>
                  <a:cubicBezTo>
                    <a:pt x="450821" y="491764"/>
                    <a:pt x="319878" y="209204"/>
                    <a:pt x="319878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Isosceles Triangle 30"/>
            <p:cNvSpPr/>
            <p:nvPr/>
          </p:nvSpPr>
          <p:spPr>
            <a:xfrm rot="18794210">
              <a:off x="2171381" y="2861639"/>
              <a:ext cx="192498" cy="514096"/>
            </a:xfrm>
            <a:custGeom>
              <a:avLst/>
              <a:gdLst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24307 w 696456"/>
                <a:gd name="connsiteY5" fmla="*/ 772149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06386 w 696456"/>
                <a:gd name="connsiteY5" fmla="*/ 827860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0834 w 696456"/>
                <a:gd name="connsiteY2" fmla="*/ 928544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40376 w 696456"/>
                <a:gd name="connsiteY5" fmla="*/ 700968 h 1522641"/>
                <a:gd name="connsiteX6" fmla="*/ 209433 w 696456"/>
                <a:gd name="connsiteY6" fmla="*/ 0 h 1522641"/>
                <a:gd name="connsiteX0" fmla="*/ 319878 w 806901"/>
                <a:gd name="connsiteY0" fmla="*/ 0 h 1522641"/>
                <a:gd name="connsiteX1" fmla="*/ 806901 w 806901"/>
                <a:gd name="connsiteY1" fmla="*/ 891485 h 1522641"/>
                <a:gd name="connsiteX2" fmla="*/ 475857 w 806901"/>
                <a:gd name="connsiteY2" fmla="*/ 815137 h 1522641"/>
                <a:gd name="connsiteX3" fmla="*/ 585799 w 806901"/>
                <a:gd name="connsiteY3" fmla="*/ 1522641 h 1522641"/>
                <a:gd name="connsiteX4" fmla="*/ 0 w 806901"/>
                <a:gd name="connsiteY4" fmla="*/ 503672 h 1522641"/>
                <a:gd name="connsiteX5" fmla="*/ 450821 w 806901"/>
                <a:gd name="connsiteY5" fmla="*/ 700968 h 1522641"/>
                <a:gd name="connsiteX6" fmla="*/ 319878 w 80690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75857 w 865961"/>
                <a:gd name="connsiteY2" fmla="*/ 815137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45997 w 865961"/>
                <a:gd name="connsiteY2" fmla="*/ 861940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5961" h="1522641">
                  <a:moveTo>
                    <a:pt x="319878" y="0"/>
                  </a:moveTo>
                  <a:lnTo>
                    <a:pt x="865960" y="1012964"/>
                  </a:lnTo>
                  <a:lnTo>
                    <a:pt x="445997" y="861940"/>
                  </a:lnTo>
                  <a:cubicBezTo>
                    <a:pt x="444170" y="1059972"/>
                    <a:pt x="587626" y="1324609"/>
                    <a:pt x="585799" y="1522641"/>
                  </a:cubicBezTo>
                  <a:lnTo>
                    <a:pt x="0" y="503672"/>
                  </a:lnTo>
                  <a:lnTo>
                    <a:pt x="450821" y="700968"/>
                  </a:lnTo>
                  <a:cubicBezTo>
                    <a:pt x="450821" y="491764"/>
                    <a:pt x="319878" y="209204"/>
                    <a:pt x="319878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6" name="Isosceles Triangle 30"/>
            <p:cNvSpPr/>
            <p:nvPr/>
          </p:nvSpPr>
          <p:spPr>
            <a:xfrm rot="18794210">
              <a:off x="2098705" y="3044803"/>
              <a:ext cx="192498" cy="514096"/>
            </a:xfrm>
            <a:custGeom>
              <a:avLst/>
              <a:gdLst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24307 w 696456"/>
                <a:gd name="connsiteY5" fmla="*/ 772149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06386 w 696456"/>
                <a:gd name="connsiteY5" fmla="*/ 827860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0834 w 696456"/>
                <a:gd name="connsiteY2" fmla="*/ 928544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40376 w 696456"/>
                <a:gd name="connsiteY5" fmla="*/ 700968 h 1522641"/>
                <a:gd name="connsiteX6" fmla="*/ 209433 w 696456"/>
                <a:gd name="connsiteY6" fmla="*/ 0 h 1522641"/>
                <a:gd name="connsiteX0" fmla="*/ 319878 w 806901"/>
                <a:gd name="connsiteY0" fmla="*/ 0 h 1522641"/>
                <a:gd name="connsiteX1" fmla="*/ 806901 w 806901"/>
                <a:gd name="connsiteY1" fmla="*/ 891485 h 1522641"/>
                <a:gd name="connsiteX2" fmla="*/ 475857 w 806901"/>
                <a:gd name="connsiteY2" fmla="*/ 815137 h 1522641"/>
                <a:gd name="connsiteX3" fmla="*/ 585799 w 806901"/>
                <a:gd name="connsiteY3" fmla="*/ 1522641 h 1522641"/>
                <a:gd name="connsiteX4" fmla="*/ 0 w 806901"/>
                <a:gd name="connsiteY4" fmla="*/ 503672 h 1522641"/>
                <a:gd name="connsiteX5" fmla="*/ 450821 w 806901"/>
                <a:gd name="connsiteY5" fmla="*/ 700968 h 1522641"/>
                <a:gd name="connsiteX6" fmla="*/ 319878 w 80690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75857 w 865961"/>
                <a:gd name="connsiteY2" fmla="*/ 815137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45997 w 865961"/>
                <a:gd name="connsiteY2" fmla="*/ 861940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5961" h="1522641">
                  <a:moveTo>
                    <a:pt x="319878" y="0"/>
                  </a:moveTo>
                  <a:lnTo>
                    <a:pt x="865960" y="1012964"/>
                  </a:lnTo>
                  <a:lnTo>
                    <a:pt x="445997" y="861940"/>
                  </a:lnTo>
                  <a:cubicBezTo>
                    <a:pt x="444170" y="1059972"/>
                    <a:pt x="587626" y="1324609"/>
                    <a:pt x="585799" y="1522641"/>
                  </a:cubicBezTo>
                  <a:lnTo>
                    <a:pt x="0" y="503672"/>
                  </a:lnTo>
                  <a:lnTo>
                    <a:pt x="450821" y="700968"/>
                  </a:lnTo>
                  <a:cubicBezTo>
                    <a:pt x="450821" y="491764"/>
                    <a:pt x="319878" y="209204"/>
                    <a:pt x="319878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7" name="Isosceles Triangle 30"/>
            <p:cNvSpPr/>
            <p:nvPr/>
          </p:nvSpPr>
          <p:spPr>
            <a:xfrm rot="18794210">
              <a:off x="2722704" y="2061299"/>
              <a:ext cx="192498" cy="514096"/>
            </a:xfrm>
            <a:custGeom>
              <a:avLst/>
              <a:gdLst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24307 w 696456"/>
                <a:gd name="connsiteY5" fmla="*/ 772149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06386 w 696456"/>
                <a:gd name="connsiteY5" fmla="*/ 827860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3587 w 696456"/>
                <a:gd name="connsiteY2" fmla="*/ 891485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70838 w 696456"/>
                <a:gd name="connsiteY5" fmla="*/ 747265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75651 w 696456"/>
                <a:gd name="connsiteY2" fmla="*/ 796718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480834 w 696456"/>
                <a:gd name="connsiteY2" fmla="*/ 928544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246479 w 696456"/>
                <a:gd name="connsiteY5" fmla="*/ 634091 h 1522641"/>
                <a:gd name="connsiteX6" fmla="*/ 209433 w 696456"/>
                <a:gd name="connsiteY6" fmla="*/ 0 h 1522641"/>
                <a:gd name="connsiteX0" fmla="*/ 209433 w 696456"/>
                <a:gd name="connsiteY0" fmla="*/ 0 h 1522641"/>
                <a:gd name="connsiteX1" fmla="*/ 696456 w 696456"/>
                <a:gd name="connsiteY1" fmla="*/ 891485 h 1522641"/>
                <a:gd name="connsiteX2" fmla="*/ 365412 w 696456"/>
                <a:gd name="connsiteY2" fmla="*/ 815137 h 1522641"/>
                <a:gd name="connsiteX3" fmla="*/ 475354 w 696456"/>
                <a:gd name="connsiteY3" fmla="*/ 1522641 h 1522641"/>
                <a:gd name="connsiteX4" fmla="*/ 0 w 696456"/>
                <a:gd name="connsiteY4" fmla="*/ 624880 h 1522641"/>
                <a:gd name="connsiteX5" fmla="*/ 340376 w 696456"/>
                <a:gd name="connsiteY5" fmla="*/ 700968 h 1522641"/>
                <a:gd name="connsiteX6" fmla="*/ 209433 w 696456"/>
                <a:gd name="connsiteY6" fmla="*/ 0 h 1522641"/>
                <a:gd name="connsiteX0" fmla="*/ 319878 w 806901"/>
                <a:gd name="connsiteY0" fmla="*/ 0 h 1522641"/>
                <a:gd name="connsiteX1" fmla="*/ 806901 w 806901"/>
                <a:gd name="connsiteY1" fmla="*/ 891485 h 1522641"/>
                <a:gd name="connsiteX2" fmla="*/ 475857 w 806901"/>
                <a:gd name="connsiteY2" fmla="*/ 815137 h 1522641"/>
                <a:gd name="connsiteX3" fmla="*/ 585799 w 806901"/>
                <a:gd name="connsiteY3" fmla="*/ 1522641 h 1522641"/>
                <a:gd name="connsiteX4" fmla="*/ 0 w 806901"/>
                <a:gd name="connsiteY4" fmla="*/ 503672 h 1522641"/>
                <a:gd name="connsiteX5" fmla="*/ 450821 w 806901"/>
                <a:gd name="connsiteY5" fmla="*/ 700968 h 1522641"/>
                <a:gd name="connsiteX6" fmla="*/ 319878 w 80690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75857 w 865961"/>
                <a:gd name="connsiteY2" fmla="*/ 815137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  <a:gd name="connsiteX0" fmla="*/ 319878 w 865961"/>
                <a:gd name="connsiteY0" fmla="*/ 0 h 1522641"/>
                <a:gd name="connsiteX1" fmla="*/ 865960 w 865961"/>
                <a:gd name="connsiteY1" fmla="*/ 1012964 h 1522641"/>
                <a:gd name="connsiteX2" fmla="*/ 445997 w 865961"/>
                <a:gd name="connsiteY2" fmla="*/ 861940 h 1522641"/>
                <a:gd name="connsiteX3" fmla="*/ 585799 w 865961"/>
                <a:gd name="connsiteY3" fmla="*/ 1522641 h 1522641"/>
                <a:gd name="connsiteX4" fmla="*/ 0 w 865961"/>
                <a:gd name="connsiteY4" fmla="*/ 503672 h 1522641"/>
                <a:gd name="connsiteX5" fmla="*/ 450821 w 865961"/>
                <a:gd name="connsiteY5" fmla="*/ 700968 h 1522641"/>
                <a:gd name="connsiteX6" fmla="*/ 319878 w 865961"/>
                <a:gd name="connsiteY6" fmla="*/ 0 h 1522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5961" h="1522641">
                  <a:moveTo>
                    <a:pt x="319878" y="0"/>
                  </a:moveTo>
                  <a:lnTo>
                    <a:pt x="865960" y="1012964"/>
                  </a:lnTo>
                  <a:lnTo>
                    <a:pt x="445997" y="861940"/>
                  </a:lnTo>
                  <a:cubicBezTo>
                    <a:pt x="444170" y="1059972"/>
                    <a:pt x="587626" y="1324609"/>
                    <a:pt x="585799" y="1522641"/>
                  </a:cubicBezTo>
                  <a:lnTo>
                    <a:pt x="0" y="503672"/>
                  </a:lnTo>
                  <a:lnTo>
                    <a:pt x="450821" y="700968"/>
                  </a:lnTo>
                  <a:cubicBezTo>
                    <a:pt x="450821" y="491764"/>
                    <a:pt x="319878" y="209204"/>
                    <a:pt x="319878" y="0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TextBox 37"/>
          <p:cNvSpPr txBox="1"/>
          <p:nvPr/>
        </p:nvSpPr>
        <p:spPr>
          <a:xfrm>
            <a:off x="4788024" y="1609290"/>
            <a:ext cx="3588874" cy="7694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r>
              <a:rPr lang="en-US" altLang="ko-KR" sz="2800" b="1" dirty="0" smtClean="0">
                <a:ln/>
                <a:solidFill>
                  <a:schemeClr val="accent4"/>
                </a:solidFill>
                <a:cs typeface="Arial" pitchFamily="34" charset="0"/>
              </a:rPr>
              <a:t> </a:t>
            </a:r>
            <a:r>
              <a:rPr lang="en-US" altLang="ko-KR" sz="4400" b="1" dirty="0" smtClean="0">
                <a:ln/>
                <a:solidFill>
                  <a:schemeClr val="accent4"/>
                </a:solidFill>
                <a:cs typeface="Arial" pitchFamily="34" charset="0"/>
              </a:rPr>
              <a:t>Thank You!</a:t>
            </a:r>
            <a:endParaRPr lang="ko-KR" altLang="en-US" sz="4400" b="1" dirty="0">
              <a:ln/>
              <a:solidFill>
                <a:schemeClr val="accent4"/>
              </a:solidFill>
              <a:cs typeface="Arial" pitchFamily="34" charset="0"/>
            </a:endParaRPr>
          </a:p>
        </p:txBody>
      </p:sp>
      <p:grpSp>
        <p:nvGrpSpPr>
          <p:cNvPr id="63" name="Group 62"/>
          <p:cNvGrpSpPr/>
          <p:nvPr/>
        </p:nvGrpSpPr>
        <p:grpSpPr>
          <a:xfrm>
            <a:off x="-301346" y="798533"/>
            <a:ext cx="2131281" cy="1453434"/>
            <a:chOff x="-301346" y="798533"/>
            <a:chExt cx="2131281" cy="1453434"/>
          </a:xfrm>
        </p:grpSpPr>
        <p:sp>
          <p:nvSpPr>
            <p:cNvPr id="9" name="Freeform 8"/>
            <p:cNvSpPr/>
            <p:nvPr/>
          </p:nvSpPr>
          <p:spPr>
            <a:xfrm rot="2062115">
              <a:off x="729413" y="1132447"/>
              <a:ext cx="1100522" cy="1119520"/>
            </a:xfrm>
            <a:custGeom>
              <a:avLst/>
              <a:gdLst>
                <a:gd name="connsiteX0" fmla="*/ 280970 w 1117102"/>
                <a:gd name="connsiteY0" fmla="*/ 263948 h 1119520"/>
                <a:gd name="connsiteX1" fmla="*/ 706388 w 1117102"/>
                <a:gd name="connsiteY1" fmla="*/ 20162 h 1119520"/>
                <a:gd name="connsiteX2" fmla="*/ 775867 w 1117102"/>
                <a:gd name="connsiteY2" fmla="*/ 4813 h 1119520"/>
                <a:gd name="connsiteX3" fmla="*/ 806820 w 1117102"/>
                <a:gd name="connsiteY3" fmla="*/ 75346 h 1119520"/>
                <a:gd name="connsiteX4" fmla="*/ 588921 w 1117102"/>
                <a:gd name="connsiteY4" fmla="*/ 372448 h 1119520"/>
                <a:gd name="connsiteX5" fmla="*/ 938531 w 1117102"/>
                <a:gd name="connsiteY5" fmla="*/ 341435 h 1119520"/>
                <a:gd name="connsiteX6" fmla="*/ 1025933 w 1117102"/>
                <a:gd name="connsiteY6" fmla="*/ 516239 h 1119520"/>
                <a:gd name="connsiteX7" fmla="*/ 1034391 w 1117102"/>
                <a:gd name="connsiteY7" fmla="*/ 702321 h 1119520"/>
                <a:gd name="connsiteX8" fmla="*/ 1014655 w 1117102"/>
                <a:gd name="connsiteY8" fmla="*/ 913779 h 1119520"/>
                <a:gd name="connsiteX9" fmla="*/ 1006197 w 1117102"/>
                <a:gd name="connsiteY9" fmla="*/ 1054750 h 1119520"/>
                <a:gd name="connsiteX10" fmla="*/ 259048 w 1117102"/>
                <a:gd name="connsiteY10" fmla="*/ 1066027 h 1119520"/>
                <a:gd name="connsiteX11" fmla="*/ 23491 w 1117102"/>
                <a:gd name="connsiteY11" fmla="*/ 992277 h 1119520"/>
                <a:gd name="connsiteX12" fmla="*/ 0 w 1117102"/>
                <a:gd name="connsiteY12" fmla="*/ 957928 h 1119520"/>
                <a:gd name="connsiteX13" fmla="*/ 10098 w 1117102"/>
                <a:gd name="connsiteY13" fmla="*/ 495849 h 1119520"/>
                <a:gd name="connsiteX14" fmla="*/ 16214 w 1117102"/>
                <a:gd name="connsiteY14" fmla="*/ 494102 h 1119520"/>
                <a:gd name="connsiteX15" fmla="*/ 16580 w 1117102"/>
                <a:gd name="connsiteY15" fmla="*/ 495501 h 1119520"/>
                <a:gd name="connsiteX16" fmla="*/ 16580 w 1117102"/>
                <a:gd name="connsiteY16" fmla="*/ 519208 h 1119520"/>
                <a:gd name="connsiteX17" fmla="*/ 53230 w 1117102"/>
                <a:gd name="connsiteY17" fmla="*/ 504961 h 1119520"/>
                <a:gd name="connsiteX18" fmla="*/ 163187 w 1117102"/>
                <a:gd name="connsiteY18" fmla="*/ 352712 h 1119520"/>
                <a:gd name="connsiteX19" fmla="*/ 280970 w 1117102"/>
                <a:gd name="connsiteY19" fmla="*/ 263948 h 1119520"/>
                <a:gd name="connsiteX0" fmla="*/ 280970 w 1117102"/>
                <a:gd name="connsiteY0" fmla="*/ 263948 h 1119520"/>
                <a:gd name="connsiteX1" fmla="*/ 706388 w 1117102"/>
                <a:gd name="connsiteY1" fmla="*/ 20162 h 1119520"/>
                <a:gd name="connsiteX2" fmla="*/ 775867 w 1117102"/>
                <a:gd name="connsiteY2" fmla="*/ 4813 h 1119520"/>
                <a:gd name="connsiteX3" fmla="*/ 806820 w 1117102"/>
                <a:gd name="connsiteY3" fmla="*/ 75346 h 1119520"/>
                <a:gd name="connsiteX4" fmla="*/ 588921 w 1117102"/>
                <a:gd name="connsiteY4" fmla="*/ 372448 h 1119520"/>
                <a:gd name="connsiteX5" fmla="*/ 938531 w 1117102"/>
                <a:gd name="connsiteY5" fmla="*/ 341435 h 1119520"/>
                <a:gd name="connsiteX6" fmla="*/ 1025933 w 1117102"/>
                <a:gd name="connsiteY6" fmla="*/ 516239 h 1119520"/>
                <a:gd name="connsiteX7" fmla="*/ 1034391 w 1117102"/>
                <a:gd name="connsiteY7" fmla="*/ 702321 h 1119520"/>
                <a:gd name="connsiteX8" fmla="*/ 1014655 w 1117102"/>
                <a:gd name="connsiteY8" fmla="*/ 913779 h 1119520"/>
                <a:gd name="connsiteX9" fmla="*/ 1006197 w 1117102"/>
                <a:gd name="connsiteY9" fmla="*/ 1054750 h 1119520"/>
                <a:gd name="connsiteX10" fmla="*/ 259048 w 1117102"/>
                <a:gd name="connsiteY10" fmla="*/ 1066027 h 1119520"/>
                <a:gd name="connsiteX11" fmla="*/ 23491 w 1117102"/>
                <a:gd name="connsiteY11" fmla="*/ 992277 h 1119520"/>
                <a:gd name="connsiteX12" fmla="*/ 0 w 1117102"/>
                <a:gd name="connsiteY12" fmla="*/ 957928 h 1119520"/>
                <a:gd name="connsiteX13" fmla="*/ 10098 w 1117102"/>
                <a:gd name="connsiteY13" fmla="*/ 495849 h 1119520"/>
                <a:gd name="connsiteX14" fmla="*/ 16214 w 1117102"/>
                <a:gd name="connsiteY14" fmla="*/ 494102 h 1119520"/>
                <a:gd name="connsiteX15" fmla="*/ 16580 w 1117102"/>
                <a:gd name="connsiteY15" fmla="*/ 495501 h 1119520"/>
                <a:gd name="connsiteX16" fmla="*/ 16580 w 1117102"/>
                <a:gd name="connsiteY16" fmla="*/ 519208 h 1119520"/>
                <a:gd name="connsiteX17" fmla="*/ 53230 w 1117102"/>
                <a:gd name="connsiteY17" fmla="*/ 504961 h 1119520"/>
                <a:gd name="connsiteX18" fmla="*/ 163187 w 1117102"/>
                <a:gd name="connsiteY18" fmla="*/ 352712 h 1119520"/>
                <a:gd name="connsiteX19" fmla="*/ 280970 w 1117102"/>
                <a:gd name="connsiteY19" fmla="*/ 263948 h 1119520"/>
                <a:gd name="connsiteX0" fmla="*/ 280970 w 1117102"/>
                <a:gd name="connsiteY0" fmla="*/ 263948 h 1119520"/>
                <a:gd name="connsiteX1" fmla="*/ 706388 w 1117102"/>
                <a:gd name="connsiteY1" fmla="*/ 20162 h 1119520"/>
                <a:gd name="connsiteX2" fmla="*/ 775867 w 1117102"/>
                <a:gd name="connsiteY2" fmla="*/ 4813 h 1119520"/>
                <a:gd name="connsiteX3" fmla="*/ 806820 w 1117102"/>
                <a:gd name="connsiteY3" fmla="*/ 75346 h 1119520"/>
                <a:gd name="connsiteX4" fmla="*/ 588921 w 1117102"/>
                <a:gd name="connsiteY4" fmla="*/ 372448 h 1119520"/>
                <a:gd name="connsiteX5" fmla="*/ 938531 w 1117102"/>
                <a:gd name="connsiteY5" fmla="*/ 341435 h 1119520"/>
                <a:gd name="connsiteX6" fmla="*/ 1025933 w 1117102"/>
                <a:gd name="connsiteY6" fmla="*/ 516239 h 1119520"/>
                <a:gd name="connsiteX7" fmla="*/ 1034391 w 1117102"/>
                <a:gd name="connsiteY7" fmla="*/ 702321 h 1119520"/>
                <a:gd name="connsiteX8" fmla="*/ 1014655 w 1117102"/>
                <a:gd name="connsiteY8" fmla="*/ 913779 h 1119520"/>
                <a:gd name="connsiteX9" fmla="*/ 1006197 w 1117102"/>
                <a:gd name="connsiteY9" fmla="*/ 1054750 h 1119520"/>
                <a:gd name="connsiteX10" fmla="*/ 259048 w 1117102"/>
                <a:gd name="connsiteY10" fmla="*/ 1066027 h 1119520"/>
                <a:gd name="connsiteX11" fmla="*/ 23491 w 1117102"/>
                <a:gd name="connsiteY11" fmla="*/ 992277 h 1119520"/>
                <a:gd name="connsiteX12" fmla="*/ 0 w 1117102"/>
                <a:gd name="connsiteY12" fmla="*/ 957928 h 1119520"/>
                <a:gd name="connsiteX13" fmla="*/ 10098 w 1117102"/>
                <a:gd name="connsiteY13" fmla="*/ 495849 h 1119520"/>
                <a:gd name="connsiteX14" fmla="*/ 16214 w 1117102"/>
                <a:gd name="connsiteY14" fmla="*/ 494102 h 1119520"/>
                <a:gd name="connsiteX15" fmla="*/ 16580 w 1117102"/>
                <a:gd name="connsiteY15" fmla="*/ 519208 h 1119520"/>
                <a:gd name="connsiteX16" fmla="*/ 53230 w 1117102"/>
                <a:gd name="connsiteY16" fmla="*/ 504961 h 1119520"/>
                <a:gd name="connsiteX17" fmla="*/ 163187 w 1117102"/>
                <a:gd name="connsiteY17" fmla="*/ 352712 h 1119520"/>
                <a:gd name="connsiteX18" fmla="*/ 280970 w 1117102"/>
                <a:gd name="connsiteY18" fmla="*/ 263948 h 1119520"/>
                <a:gd name="connsiteX0" fmla="*/ 280970 w 1117102"/>
                <a:gd name="connsiteY0" fmla="*/ 263948 h 1119520"/>
                <a:gd name="connsiteX1" fmla="*/ 706388 w 1117102"/>
                <a:gd name="connsiteY1" fmla="*/ 20162 h 1119520"/>
                <a:gd name="connsiteX2" fmla="*/ 775867 w 1117102"/>
                <a:gd name="connsiteY2" fmla="*/ 4813 h 1119520"/>
                <a:gd name="connsiteX3" fmla="*/ 806820 w 1117102"/>
                <a:gd name="connsiteY3" fmla="*/ 75346 h 1119520"/>
                <a:gd name="connsiteX4" fmla="*/ 588921 w 1117102"/>
                <a:gd name="connsiteY4" fmla="*/ 372448 h 1119520"/>
                <a:gd name="connsiteX5" fmla="*/ 938531 w 1117102"/>
                <a:gd name="connsiteY5" fmla="*/ 341435 h 1119520"/>
                <a:gd name="connsiteX6" fmla="*/ 1025933 w 1117102"/>
                <a:gd name="connsiteY6" fmla="*/ 516239 h 1119520"/>
                <a:gd name="connsiteX7" fmla="*/ 1034391 w 1117102"/>
                <a:gd name="connsiteY7" fmla="*/ 702321 h 1119520"/>
                <a:gd name="connsiteX8" fmla="*/ 1014655 w 1117102"/>
                <a:gd name="connsiteY8" fmla="*/ 913779 h 1119520"/>
                <a:gd name="connsiteX9" fmla="*/ 1006197 w 1117102"/>
                <a:gd name="connsiteY9" fmla="*/ 1054750 h 1119520"/>
                <a:gd name="connsiteX10" fmla="*/ 259048 w 1117102"/>
                <a:gd name="connsiteY10" fmla="*/ 1066027 h 1119520"/>
                <a:gd name="connsiteX11" fmla="*/ 23491 w 1117102"/>
                <a:gd name="connsiteY11" fmla="*/ 992277 h 1119520"/>
                <a:gd name="connsiteX12" fmla="*/ 0 w 1117102"/>
                <a:gd name="connsiteY12" fmla="*/ 957928 h 1119520"/>
                <a:gd name="connsiteX13" fmla="*/ 10098 w 1117102"/>
                <a:gd name="connsiteY13" fmla="*/ 495849 h 1119520"/>
                <a:gd name="connsiteX14" fmla="*/ 16580 w 1117102"/>
                <a:gd name="connsiteY14" fmla="*/ 519208 h 1119520"/>
                <a:gd name="connsiteX15" fmla="*/ 53230 w 1117102"/>
                <a:gd name="connsiteY15" fmla="*/ 504961 h 1119520"/>
                <a:gd name="connsiteX16" fmla="*/ 163187 w 1117102"/>
                <a:gd name="connsiteY16" fmla="*/ 352712 h 1119520"/>
                <a:gd name="connsiteX17" fmla="*/ 280970 w 1117102"/>
                <a:gd name="connsiteY17" fmla="*/ 263948 h 1119520"/>
                <a:gd name="connsiteX0" fmla="*/ 280970 w 1117102"/>
                <a:gd name="connsiteY0" fmla="*/ 263948 h 1119520"/>
                <a:gd name="connsiteX1" fmla="*/ 706388 w 1117102"/>
                <a:gd name="connsiteY1" fmla="*/ 20162 h 1119520"/>
                <a:gd name="connsiteX2" fmla="*/ 775867 w 1117102"/>
                <a:gd name="connsiteY2" fmla="*/ 4813 h 1119520"/>
                <a:gd name="connsiteX3" fmla="*/ 806820 w 1117102"/>
                <a:gd name="connsiteY3" fmla="*/ 75346 h 1119520"/>
                <a:gd name="connsiteX4" fmla="*/ 588921 w 1117102"/>
                <a:gd name="connsiteY4" fmla="*/ 372448 h 1119520"/>
                <a:gd name="connsiteX5" fmla="*/ 938531 w 1117102"/>
                <a:gd name="connsiteY5" fmla="*/ 341435 h 1119520"/>
                <a:gd name="connsiteX6" fmla="*/ 1025933 w 1117102"/>
                <a:gd name="connsiteY6" fmla="*/ 516239 h 1119520"/>
                <a:gd name="connsiteX7" fmla="*/ 1034391 w 1117102"/>
                <a:gd name="connsiteY7" fmla="*/ 702321 h 1119520"/>
                <a:gd name="connsiteX8" fmla="*/ 1014655 w 1117102"/>
                <a:gd name="connsiteY8" fmla="*/ 913779 h 1119520"/>
                <a:gd name="connsiteX9" fmla="*/ 1006197 w 1117102"/>
                <a:gd name="connsiteY9" fmla="*/ 1054750 h 1119520"/>
                <a:gd name="connsiteX10" fmla="*/ 259048 w 1117102"/>
                <a:gd name="connsiteY10" fmla="*/ 1066027 h 1119520"/>
                <a:gd name="connsiteX11" fmla="*/ 23491 w 1117102"/>
                <a:gd name="connsiteY11" fmla="*/ 992277 h 1119520"/>
                <a:gd name="connsiteX12" fmla="*/ 0 w 1117102"/>
                <a:gd name="connsiteY12" fmla="*/ 957928 h 1119520"/>
                <a:gd name="connsiteX13" fmla="*/ 16580 w 1117102"/>
                <a:gd name="connsiteY13" fmla="*/ 519208 h 1119520"/>
                <a:gd name="connsiteX14" fmla="*/ 53230 w 1117102"/>
                <a:gd name="connsiteY14" fmla="*/ 504961 h 1119520"/>
                <a:gd name="connsiteX15" fmla="*/ 163187 w 1117102"/>
                <a:gd name="connsiteY15" fmla="*/ 352712 h 1119520"/>
                <a:gd name="connsiteX16" fmla="*/ 280970 w 1117102"/>
                <a:gd name="connsiteY16" fmla="*/ 263948 h 1119520"/>
                <a:gd name="connsiteX0" fmla="*/ 280970 w 1117102"/>
                <a:gd name="connsiteY0" fmla="*/ 263948 h 1119520"/>
                <a:gd name="connsiteX1" fmla="*/ 706388 w 1117102"/>
                <a:gd name="connsiteY1" fmla="*/ 20162 h 1119520"/>
                <a:gd name="connsiteX2" fmla="*/ 775867 w 1117102"/>
                <a:gd name="connsiteY2" fmla="*/ 4813 h 1119520"/>
                <a:gd name="connsiteX3" fmla="*/ 806820 w 1117102"/>
                <a:gd name="connsiteY3" fmla="*/ 75346 h 1119520"/>
                <a:gd name="connsiteX4" fmla="*/ 588921 w 1117102"/>
                <a:gd name="connsiteY4" fmla="*/ 372448 h 1119520"/>
                <a:gd name="connsiteX5" fmla="*/ 938531 w 1117102"/>
                <a:gd name="connsiteY5" fmla="*/ 341435 h 1119520"/>
                <a:gd name="connsiteX6" fmla="*/ 1025933 w 1117102"/>
                <a:gd name="connsiteY6" fmla="*/ 516239 h 1119520"/>
                <a:gd name="connsiteX7" fmla="*/ 1034391 w 1117102"/>
                <a:gd name="connsiteY7" fmla="*/ 702321 h 1119520"/>
                <a:gd name="connsiteX8" fmla="*/ 1014655 w 1117102"/>
                <a:gd name="connsiteY8" fmla="*/ 913779 h 1119520"/>
                <a:gd name="connsiteX9" fmla="*/ 1006197 w 1117102"/>
                <a:gd name="connsiteY9" fmla="*/ 1054750 h 1119520"/>
                <a:gd name="connsiteX10" fmla="*/ 259048 w 1117102"/>
                <a:gd name="connsiteY10" fmla="*/ 1066027 h 1119520"/>
                <a:gd name="connsiteX11" fmla="*/ 23491 w 1117102"/>
                <a:gd name="connsiteY11" fmla="*/ 992277 h 1119520"/>
                <a:gd name="connsiteX12" fmla="*/ 0 w 1117102"/>
                <a:gd name="connsiteY12" fmla="*/ 957928 h 1119520"/>
                <a:gd name="connsiteX13" fmla="*/ 16580 w 1117102"/>
                <a:gd name="connsiteY13" fmla="*/ 519208 h 1119520"/>
                <a:gd name="connsiteX14" fmla="*/ 53230 w 1117102"/>
                <a:gd name="connsiteY14" fmla="*/ 504961 h 1119520"/>
                <a:gd name="connsiteX15" fmla="*/ 163187 w 1117102"/>
                <a:gd name="connsiteY15" fmla="*/ 352712 h 1119520"/>
                <a:gd name="connsiteX16" fmla="*/ 280970 w 1117102"/>
                <a:gd name="connsiteY16" fmla="*/ 263948 h 1119520"/>
                <a:gd name="connsiteX0" fmla="*/ 280970 w 1117102"/>
                <a:gd name="connsiteY0" fmla="*/ 263948 h 1119520"/>
                <a:gd name="connsiteX1" fmla="*/ 706388 w 1117102"/>
                <a:gd name="connsiteY1" fmla="*/ 20162 h 1119520"/>
                <a:gd name="connsiteX2" fmla="*/ 775867 w 1117102"/>
                <a:gd name="connsiteY2" fmla="*/ 4813 h 1119520"/>
                <a:gd name="connsiteX3" fmla="*/ 806820 w 1117102"/>
                <a:gd name="connsiteY3" fmla="*/ 75346 h 1119520"/>
                <a:gd name="connsiteX4" fmla="*/ 588921 w 1117102"/>
                <a:gd name="connsiteY4" fmla="*/ 372448 h 1119520"/>
                <a:gd name="connsiteX5" fmla="*/ 938531 w 1117102"/>
                <a:gd name="connsiteY5" fmla="*/ 341435 h 1119520"/>
                <a:gd name="connsiteX6" fmla="*/ 1025933 w 1117102"/>
                <a:gd name="connsiteY6" fmla="*/ 516239 h 1119520"/>
                <a:gd name="connsiteX7" fmla="*/ 1034391 w 1117102"/>
                <a:gd name="connsiteY7" fmla="*/ 702321 h 1119520"/>
                <a:gd name="connsiteX8" fmla="*/ 1014655 w 1117102"/>
                <a:gd name="connsiteY8" fmla="*/ 913779 h 1119520"/>
                <a:gd name="connsiteX9" fmla="*/ 1006197 w 1117102"/>
                <a:gd name="connsiteY9" fmla="*/ 1054750 h 1119520"/>
                <a:gd name="connsiteX10" fmla="*/ 259048 w 1117102"/>
                <a:gd name="connsiteY10" fmla="*/ 1066027 h 1119520"/>
                <a:gd name="connsiteX11" fmla="*/ 23491 w 1117102"/>
                <a:gd name="connsiteY11" fmla="*/ 992277 h 1119520"/>
                <a:gd name="connsiteX12" fmla="*/ 0 w 1117102"/>
                <a:gd name="connsiteY12" fmla="*/ 957928 h 1119520"/>
                <a:gd name="connsiteX13" fmla="*/ 16580 w 1117102"/>
                <a:gd name="connsiteY13" fmla="*/ 519208 h 1119520"/>
                <a:gd name="connsiteX14" fmla="*/ 53230 w 1117102"/>
                <a:gd name="connsiteY14" fmla="*/ 504961 h 1119520"/>
                <a:gd name="connsiteX15" fmla="*/ 163187 w 1117102"/>
                <a:gd name="connsiteY15" fmla="*/ 352712 h 1119520"/>
                <a:gd name="connsiteX16" fmla="*/ 280970 w 1117102"/>
                <a:gd name="connsiteY16" fmla="*/ 263948 h 1119520"/>
                <a:gd name="connsiteX0" fmla="*/ 264390 w 1100522"/>
                <a:gd name="connsiteY0" fmla="*/ 263948 h 1119520"/>
                <a:gd name="connsiteX1" fmla="*/ 689808 w 1100522"/>
                <a:gd name="connsiteY1" fmla="*/ 20162 h 1119520"/>
                <a:gd name="connsiteX2" fmla="*/ 759287 w 1100522"/>
                <a:gd name="connsiteY2" fmla="*/ 4813 h 1119520"/>
                <a:gd name="connsiteX3" fmla="*/ 790240 w 1100522"/>
                <a:gd name="connsiteY3" fmla="*/ 75346 h 1119520"/>
                <a:gd name="connsiteX4" fmla="*/ 572341 w 1100522"/>
                <a:gd name="connsiteY4" fmla="*/ 372448 h 1119520"/>
                <a:gd name="connsiteX5" fmla="*/ 921951 w 1100522"/>
                <a:gd name="connsiteY5" fmla="*/ 341435 h 1119520"/>
                <a:gd name="connsiteX6" fmla="*/ 1009353 w 1100522"/>
                <a:gd name="connsiteY6" fmla="*/ 516239 h 1119520"/>
                <a:gd name="connsiteX7" fmla="*/ 1017811 w 1100522"/>
                <a:gd name="connsiteY7" fmla="*/ 702321 h 1119520"/>
                <a:gd name="connsiteX8" fmla="*/ 998075 w 1100522"/>
                <a:gd name="connsiteY8" fmla="*/ 913779 h 1119520"/>
                <a:gd name="connsiteX9" fmla="*/ 989617 w 1100522"/>
                <a:gd name="connsiteY9" fmla="*/ 1054750 h 1119520"/>
                <a:gd name="connsiteX10" fmla="*/ 242468 w 1100522"/>
                <a:gd name="connsiteY10" fmla="*/ 1066027 h 1119520"/>
                <a:gd name="connsiteX11" fmla="*/ 6911 w 1100522"/>
                <a:gd name="connsiteY11" fmla="*/ 992277 h 1119520"/>
                <a:gd name="connsiteX12" fmla="*/ 0 w 1100522"/>
                <a:gd name="connsiteY12" fmla="*/ 519208 h 1119520"/>
                <a:gd name="connsiteX13" fmla="*/ 36650 w 1100522"/>
                <a:gd name="connsiteY13" fmla="*/ 504961 h 1119520"/>
                <a:gd name="connsiteX14" fmla="*/ 146607 w 1100522"/>
                <a:gd name="connsiteY14" fmla="*/ 352712 h 1119520"/>
                <a:gd name="connsiteX15" fmla="*/ 264390 w 1100522"/>
                <a:gd name="connsiteY15" fmla="*/ 263948 h 1119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00522" h="1119520">
                  <a:moveTo>
                    <a:pt x="264390" y="263948"/>
                  </a:moveTo>
                  <a:cubicBezTo>
                    <a:pt x="381257" y="190131"/>
                    <a:pt x="502300" y="148084"/>
                    <a:pt x="689808" y="20162"/>
                  </a:cubicBezTo>
                  <a:cubicBezTo>
                    <a:pt x="726679" y="1841"/>
                    <a:pt x="735351" y="-5755"/>
                    <a:pt x="759287" y="4813"/>
                  </a:cubicBezTo>
                  <a:cubicBezTo>
                    <a:pt x="781648" y="17423"/>
                    <a:pt x="787052" y="43633"/>
                    <a:pt x="790240" y="75346"/>
                  </a:cubicBezTo>
                  <a:cubicBezTo>
                    <a:pt x="775103" y="234834"/>
                    <a:pt x="383440" y="362110"/>
                    <a:pt x="572341" y="372448"/>
                  </a:cubicBezTo>
                  <a:cubicBezTo>
                    <a:pt x="705794" y="359291"/>
                    <a:pt x="777220" y="346134"/>
                    <a:pt x="921951" y="341435"/>
                  </a:cubicBezTo>
                  <a:cubicBezTo>
                    <a:pt x="1053524" y="343314"/>
                    <a:pt x="1075140" y="426957"/>
                    <a:pt x="1009353" y="516239"/>
                  </a:cubicBezTo>
                  <a:cubicBezTo>
                    <a:pt x="1092056" y="520938"/>
                    <a:pt x="1160663" y="649692"/>
                    <a:pt x="1017811" y="702321"/>
                  </a:cubicBezTo>
                  <a:cubicBezTo>
                    <a:pt x="1154083" y="786904"/>
                    <a:pt x="1076080" y="894043"/>
                    <a:pt x="998075" y="913779"/>
                  </a:cubicBezTo>
                  <a:cubicBezTo>
                    <a:pt x="1063862" y="972986"/>
                    <a:pt x="1056344" y="1018097"/>
                    <a:pt x="989617" y="1054750"/>
                  </a:cubicBezTo>
                  <a:cubicBezTo>
                    <a:pt x="841597" y="1115838"/>
                    <a:pt x="459094" y="1158129"/>
                    <a:pt x="242468" y="1066027"/>
                  </a:cubicBezTo>
                  <a:cubicBezTo>
                    <a:pt x="142822" y="1031908"/>
                    <a:pt x="78047" y="996188"/>
                    <a:pt x="6911" y="992277"/>
                  </a:cubicBezTo>
                  <a:lnTo>
                    <a:pt x="0" y="519208"/>
                  </a:lnTo>
                  <a:cubicBezTo>
                    <a:pt x="9193" y="517763"/>
                    <a:pt x="20149" y="513929"/>
                    <a:pt x="36650" y="504961"/>
                  </a:cubicBezTo>
                  <a:cubicBezTo>
                    <a:pt x="57325" y="453272"/>
                    <a:pt x="83170" y="410510"/>
                    <a:pt x="146607" y="352712"/>
                  </a:cubicBezTo>
                  <a:cubicBezTo>
                    <a:pt x="186942" y="316689"/>
                    <a:pt x="225434" y="288554"/>
                    <a:pt x="264390" y="263948"/>
                  </a:cubicBezTo>
                  <a:close/>
                </a:path>
              </a:pathLst>
            </a:custGeom>
            <a:solidFill>
              <a:srgbClr val="F4BD2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6" name="Rectangle 55"/>
            <p:cNvSpPr/>
            <p:nvPr/>
          </p:nvSpPr>
          <p:spPr>
            <a:xfrm rot="2088680">
              <a:off x="500187" y="1191785"/>
              <a:ext cx="251778" cy="56134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7" name="Rectangle 56"/>
            <p:cNvSpPr/>
            <p:nvPr/>
          </p:nvSpPr>
          <p:spPr>
            <a:xfrm rot="2088680">
              <a:off x="-301346" y="798533"/>
              <a:ext cx="895191" cy="730615"/>
            </a:xfrm>
            <a:custGeom>
              <a:avLst/>
              <a:gdLst/>
              <a:ahLst/>
              <a:cxnLst/>
              <a:rect l="l" t="t" r="r" b="b"/>
              <a:pathLst>
                <a:path w="895191" h="730615">
                  <a:moveTo>
                    <a:pt x="0" y="0"/>
                  </a:moveTo>
                  <a:lnTo>
                    <a:pt x="895191" y="0"/>
                  </a:lnTo>
                  <a:lnTo>
                    <a:pt x="895191" y="730615"/>
                  </a:lnTo>
                  <a:lnTo>
                    <a:pt x="508005" y="730615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  <p:sp>
          <p:nvSpPr>
            <p:cNvPr id="59" name="Oval 58"/>
            <p:cNvSpPr/>
            <p:nvPr/>
          </p:nvSpPr>
          <p:spPr>
            <a:xfrm>
              <a:off x="490431" y="1573495"/>
              <a:ext cx="94897" cy="948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47652021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LLPPT-COLOR-A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ntents Slide Master">
  <a:themeElements>
    <a:clrScheme name="ALLPPT-COLOR-A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Section Break Slide Master">
  <a:themeElements>
    <a:clrScheme name="ALLPPT-COLOR-A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62949"/>
      </a:accent1>
      <a:accent2>
        <a:srgbClr val="F07624"/>
      </a:accent2>
      <a:accent3>
        <a:srgbClr val="F4BD2D"/>
      </a:accent3>
      <a:accent4>
        <a:srgbClr val="1ED4DE"/>
      </a:accent4>
      <a:accent5>
        <a:srgbClr val="1C7DE1"/>
      </a:accent5>
      <a:accent6>
        <a:srgbClr val="CBCBCB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1416</TotalTime>
  <Words>1333</Words>
  <Application>Microsoft Office PowerPoint</Application>
  <PresentationFormat>On-screen Show (16:9)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 Unicode MS</vt:lpstr>
      <vt:lpstr>맑은 고딕</vt:lpstr>
      <vt:lpstr>Arial</vt:lpstr>
      <vt:lpstr>Wingdings</vt:lpstr>
      <vt:lpstr>Cover and End Slide Master</vt:lpstr>
      <vt:lpstr>Contents Slide Master</vt:lpstr>
      <vt:lpstr>Section Break Slide Master</vt:lpstr>
      <vt:lpstr>Course Code: IRE 216  Course Title: Sensor Technology Sessional </vt:lpstr>
      <vt:lpstr>PowerPoint Presentation</vt:lpstr>
      <vt:lpstr>PowerPoint Presentation</vt:lpstr>
      <vt:lpstr>Objectives</vt:lpstr>
      <vt:lpstr>Components Required</vt:lpstr>
      <vt:lpstr>Literature Review</vt:lpstr>
      <vt:lpstr>Key Features</vt:lpstr>
      <vt:lpstr>Methodology</vt:lpstr>
      <vt:lpstr>Circuit Diagram</vt:lpstr>
      <vt:lpstr>Applications</vt:lpstr>
      <vt:lpstr>Limitations &amp; Challenges</vt:lpstr>
      <vt:lpstr>Future Scope</vt:lpstr>
      <vt:lpstr>TimeLine</vt:lpstr>
      <vt:lpstr>PowerPoint Presentation</vt:lpstr>
      <vt:lpstr>PowerPoint Presentation</vt:lpstr>
      <vt:lpstr>Conclusion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HP</cp:lastModifiedBy>
  <cp:revision>126</cp:revision>
  <dcterms:created xsi:type="dcterms:W3CDTF">2016-12-01T00:32:25Z</dcterms:created>
  <dcterms:modified xsi:type="dcterms:W3CDTF">2025-07-13T12:19:42Z</dcterms:modified>
</cp:coreProperties>
</file>